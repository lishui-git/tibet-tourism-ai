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1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9" r:id="rId4"/>
    <p:sldId id="258" r:id="rId5"/>
    <p:sldId id="271" r:id="rId6"/>
    <p:sldId id="272" r:id="rId7"/>
    <p:sldId id="282" r:id="rId8"/>
    <p:sldId id="283" r:id="rId9"/>
    <p:sldId id="284" r:id="rId10"/>
    <p:sldId id="286" r:id="rId11"/>
    <p:sldId id="275" r:id="rId12"/>
    <p:sldId id="27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247931-C0CF-44FC-840E-EC5C50231603}" type="doc">
      <dgm:prSet loTypeId="urn:microsoft.com/office/officeart/2005/8/layout/vList2#2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ECFF26B0-DE99-4E9D-9254-98A00B5836B0}">
      <dgm:prSet/>
      <dgm:spPr/>
      <dgm:t>
        <a:bodyPr/>
        <a:lstStyle/>
        <a:p>
          <a:pPr algn="ctr"/>
          <a:r>
            <a:rPr lang="zh-CN" altLang="en-US" dirty="0"/>
            <a:t>团队名称</a:t>
          </a:r>
          <a:endParaRPr lang="en-US" dirty="0"/>
        </a:p>
      </dgm:t>
    </dgm:pt>
    <dgm:pt modelId="{7CA2480C-62F8-4B85-BED0-6D48B0354EB8}" type="parTrans" cxnId="{06F96502-28C3-461C-81DD-C53880A0059B}">
      <dgm:prSet/>
      <dgm:spPr/>
      <dgm:t>
        <a:bodyPr/>
        <a:lstStyle/>
        <a:p>
          <a:endParaRPr lang="en-US"/>
        </a:p>
      </dgm:t>
    </dgm:pt>
    <dgm:pt modelId="{63D9116C-665A-47A4-BCB0-6088B6168AFE}" type="sibTrans" cxnId="{06F96502-28C3-461C-81DD-C53880A0059B}">
      <dgm:prSet/>
      <dgm:spPr/>
      <dgm:t>
        <a:bodyPr/>
        <a:lstStyle/>
        <a:p>
          <a:endParaRPr lang="en-US"/>
        </a:p>
      </dgm:t>
    </dgm:pt>
    <dgm:pt modelId="{D3282AEB-951F-4DFD-ACF6-D1E413D821EF}" type="pres">
      <dgm:prSet presAssocID="{28247931-C0CF-44FC-840E-EC5C50231603}" presName="linear" presStyleCnt="0">
        <dgm:presLayoutVars>
          <dgm:animLvl val="lvl"/>
          <dgm:resizeHandles val="exact"/>
        </dgm:presLayoutVars>
      </dgm:prSet>
      <dgm:spPr/>
    </dgm:pt>
    <dgm:pt modelId="{9D7EA96A-8BBA-4E8E-B7AF-9EB211D9E36F}" type="pres">
      <dgm:prSet presAssocID="{ECFF26B0-DE99-4E9D-9254-98A00B5836B0}" presName="parentText" presStyleLbl="node1" presStyleIdx="0" presStyleCnt="1" custLinFactNeighborX="1008" custLinFactNeighborY="87309">
        <dgm:presLayoutVars>
          <dgm:chMax val="0"/>
          <dgm:bulletEnabled val="1"/>
        </dgm:presLayoutVars>
      </dgm:prSet>
      <dgm:spPr/>
    </dgm:pt>
  </dgm:ptLst>
  <dgm:cxnLst>
    <dgm:cxn modelId="{06F96502-28C3-461C-81DD-C53880A0059B}" srcId="{28247931-C0CF-44FC-840E-EC5C50231603}" destId="{ECFF26B0-DE99-4E9D-9254-98A00B5836B0}" srcOrd="0" destOrd="0" parTransId="{7CA2480C-62F8-4B85-BED0-6D48B0354EB8}" sibTransId="{63D9116C-665A-47A4-BCB0-6088B6168AFE}"/>
    <dgm:cxn modelId="{97AC02C1-1D72-463C-B99B-CB3898CDDDCD}" type="presOf" srcId="{28247931-C0CF-44FC-840E-EC5C50231603}" destId="{D3282AEB-951F-4DFD-ACF6-D1E413D821EF}" srcOrd="0" destOrd="0" presId="urn:microsoft.com/office/officeart/2005/8/layout/vList2#2"/>
    <dgm:cxn modelId="{639E3EF0-3261-43DD-95B7-4B340ED14D5C}" type="presOf" srcId="{ECFF26B0-DE99-4E9D-9254-98A00B5836B0}" destId="{9D7EA96A-8BBA-4E8E-B7AF-9EB211D9E36F}" srcOrd="0" destOrd="0" presId="urn:microsoft.com/office/officeart/2005/8/layout/vList2#2"/>
    <dgm:cxn modelId="{7281DDF5-52C5-49E8-B60D-70C2572135DB}" type="presParOf" srcId="{D3282AEB-951F-4DFD-ACF6-D1E413D821EF}" destId="{9D7EA96A-8BBA-4E8E-B7AF-9EB211D9E36F}" srcOrd="0" destOrd="0" presId="urn:microsoft.com/office/officeart/2005/8/layout/vList2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375BB9-3D3D-462F-925F-76B598431C4D}" type="doc">
      <dgm:prSet loTypeId="urn:microsoft.com/office/officeart/2009/3/layout/SubStepProcess#1" loCatId="process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78DA2DF4-C44F-41E9-87D9-603646DD8FCB}">
      <dgm:prSet/>
      <dgm:spPr/>
      <dgm:t>
        <a:bodyPr/>
        <a:lstStyle/>
        <a:p>
          <a:r>
            <a:rPr lang="zh-CN" altLang="en-US" dirty="0"/>
            <a:t>团队成员</a:t>
          </a:r>
          <a:r>
            <a:rPr lang="en-US" altLang="zh-CN" dirty="0"/>
            <a:t>1</a:t>
          </a:r>
          <a:endParaRPr lang="en-US" dirty="0"/>
        </a:p>
      </dgm:t>
    </dgm:pt>
    <dgm:pt modelId="{5DDACC86-274C-48E9-93A6-E4917B39134D}" type="parTrans" cxnId="{F0E595D0-BB71-4822-8559-2FDC07352AC9}">
      <dgm:prSet/>
      <dgm:spPr/>
      <dgm:t>
        <a:bodyPr/>
        <a:lstStyle/>
        <a:p>
          <a:endParaRPr lang="en-US"/>
        </a:p>
      </dgm:t>
    </dgm:pt>
    <dgm:pt modelId="{E4860B06-F87C-46A1-B906-739322E8E727}" type="sibTrans" cxnId="{F0E595D0-BB71-4822-8559-2FDC07352AC9}">
      <dgm:prSet/>
      <dgm:spPr/>
      <dgm:t>
        <a:bodyPr/>
        <a:lstStyle/>
        <a:p>
          <a:endParaRPr lang="en-US"/>
        </a:p>
      </dgm:t>
    </dgm:pt>
    <dgm:pt modelId="{C6925028-AD3B-47C8-A22E-B7B7F116EE71}">
      <dgm:prSet/>
      <dgm:spPr/>
      <dgm:t>
        <a:bodyPr/>
        <a:lstStyle/>
        <a:p>
          <a:r>
            <a:rPr lang="zh-CN" altLang="en-US" dirty="0"/>
            <a:t>团队成员</a:t>
          </a:r>
          <a:r>
            <a:rPr lang="en-US" altLang="zh-CN" dirty="0"/>
            <a:t>2</a:t>
          </a:r>
          <a:endParaRPr lang="en-US" dirty="0"/>
        </a:p>
      </dgm:t>
    </dgm:pt>
    <dgm:pt modelId="{36476727-181B-4825-AE71-75FDD2C36EDE}" type="parTrans" cxnId="{237DAF57-1A6B-44FF-98B3-79839E6FF7E2}">
      <dgm:prSet/>
      <dgm:spPr/>
      <dgm:t>
        <a:bodyPr/>
        <a:lstStyle/>
        <a:p>
          <a:endParaRPr lang="en-US"/>
        </a:p>
      </dgm:t>
    </dgm:pt>
    <dgm:pt modelId="{9C89083E-A39B-4F11-9FA0-FBC952CC2BA8}" type="sibTrans" cxnId="{237DAF57-1A6B-44FF-98B3-79839E6FF7E2}">
      <dgm:prSet/>
      <dgm:spPr/>
      <dgm:t>
        <a:bodyPr/>
        <a:lstStyle/>
        <a:p>
          <a:endParaRPr lang="en-US"/>
        </a:p>
      </dgm:t>
    </dgm:pt>
    <dgm:pt modelId="{1F7C1E9B-4E8E-4955-8472-AA268D134349}">
      <dgm:prSet/>
      <dgm:spPr/>
      <dgm:t>
        <a:bodyPr/>
        <a:lstStyle/>
        <a:p>
          <a:r>
            <a:rPr lang="zh-CN" altLang="en-US" dirty="0"/>
            <a:t>团队成员</a:t>
          </a:r>
          <a:r>
            <a:rPr lang="en-US" altLang="zh-CN" dirty="0"/>
            <a:t>3</a:t>
          </a:r>
          <a:endParaRPr lang="en-US" dirty="0"/>
        </a:p>
      </dgm:t>
    </dgm:pt>
    <dgm:pt modelId="{B91A730C-8955-423F-88A3-2A19D577CA6A}" type="parTrans" cxnId="{CFA15034-ABFF-42C8-B52E-ECF4EE8254CA}">
      <dgm:prSet/>
      <dgm:spPr/>
      <dgm:t>
        <a:bodyPr/>
        <a:lstStyle/>
        <a:p>
          <a:endParaRPr lang="en-US"/>
        </a:p>
      </dgm:t>
    </dgm:pt>
    <dgm:pt modelId="{C9BA17F1-7D4C-4EDD-A956-357E5743FE4A}" type="sibTrans" cxnId="{CFA15034-ABFF-42C8-B52E-ECF4EE8254CA}">
      <dgm:prSet/>
      <dgm:spPr/>
      <dgm:t>
        <a:bodyPr/>
        <a:lstStyle/>
        <a:p>
          <a:endParaRPr lang="en-US"/>
        </a:p>
      </dgm:t>
    </dgm:pt>
    <dgm:pt modelId="{F9BA590A-5075-47C5-A36E-B7452C572CDD}">
      <dgm:prSet/>
      <dgm:spPr/>
      <dgm:t>
        <a:bodyPr/>
        <a:lstStyle/>
        <a:p>
          <a:r>
            <a:rPr lang="zh-CN" altLang="en-US" dirty="0"/>
            <a:t>团队成员</a:t>
          </a:r>
          <a:r>
            <a:rPr lang="en-US" altLang="zh-CN" dirty="0"/>
            <a:t>4</a:t>
          </a:r>
          <a:endParaRPr lang="en-US" dirty="0"/>
        </a:p>
      </dgm:t>
    </dgm:pt>
    <dgm:pt modelId="{1BA0142F-972E-44B7-A7DD-42EFE1CC290B}" type="parTrans" cxnId="{83FABBB7-117F-412A-9471-AD6915E91DE1}">
      <dgm:prSet/>
      <dgm:spPr/>
      <dgm:t>
        <a:bodyPr/>
        <a:lstStyle/>
        <a:p>
          <a:endParaRPr lang="en-US"/>
        </a:p>
      </dgm:t>
    </dgm:pt>
    <dgm:pt modelId="{ED5FAE75-9453-4301-9A47-15A48F157E33}" type="sibTrans" cxnId="{83FABBB7-117F-412A-9471-AD6915E91DE1}">
      <dgm:prSet/>
      <dgm:spPr/>
      <dgm:t>
        <a:bodyPr/>
        <a:lstStyle/>
        <a:p>
          <a:endParaRPr lang="en-US"/>
        </a:p>
      </dgm:t>
    </dgm:pt>
    <dgm:pt modelId="{CE75CDB5-2782-4FE6-93B6-1B03957DE331}" type="pres">
      <dgm:prSet presAssocID="{13375BB9-3D3D-462F-925F-76B598431C4D}" presName="Name0" presStyleCnt="0">
        <dgm:presLayoutVars>
          <dgm:chMax val="7"/>
          <dgm:dir/>
          <dgm:animOne val="branch"/>
        </dgm:presLayoutVars>
      </dgm:prSet>
      <dgm:spPr/>
    </dgm:pt>
    <dgm:pt modelId="{25517DE1-5EAD-4A8E-B6C6-C1922A352C5D}" type="pres">
      <dgm:prSet presAssocID="{78DA2DF4-C44F-41E9-87D9-603646DD8FCB}" presName="parTx1" presStyleLbl="node1" presStyleIdx="0" presStyleCnt="4"/>
      <dgm:spPr/>
    </dgm:pt>
    <dgm:pt modelId="{473199AF-62E4-4209-9811-868BECFA210A}" type="pres">
      <dgm:prSet presAssocID="{C6925028-AD3B-47C8-A22E-B7B7F116EE71}" presName="parTx2" presStyleLbl="node1" presStyleIdx="1" presStyleCnt="4"/>
      <dgm:spPr/>
    </dgm:pt>
    <dgm:pt modelId="{4CAA8C57-AB43-4605-96BE-D6CDD2E28F3C}" type="pres">
      <dgm:prSet presAssocID="{1F7C1E9B-4E8E-4955-8472-AA268D134349}" presName="parTx3" presStyleLbl="node1" presStyleIdx="2" presStyleCnt="4"/>
      <dgm:spPr/>
    </dgm:pt>
    <dgm:pt modelId="{79A1E83C-6A09-48DA-87B7-A7D67C07A5E3}" type="pres">
      <dgm:prSet presAssocID="{F9BA590A-5075-47C5-A36E-B7452C572CDD}" presName="parTx4" presStyleLbl="node1" presStyleIdx="3" presStyleCnt="4"/>
      <dgm:spPr/>
    </dgm:pt>
  </dgm:ptLst>
  <dgm:cxnLst>
    <dgm:cxn modelId="{B7203A04-A8CC-4929-9B8A-CCC26E05168B}" type="presOf" srcId="{C6925028-AD3B-47C8-A22E-B7B7F116EE71}" destId="{473199AF-62E4-4209-9811-868BECFA210A}" srcOrd="0" destOrd="0" presId="urn:microsoft.com/office/officeart/2009/3/layout/SubStepProcess#1"/>
    <dgm:cxn modelId="{CFA15034-ABFF-42C8-B52E-ECF4EE8254CA}" srcId="{13375BB9-3D3D-462F-925F-76B598431C4D}" destId="{1F7C1E9B-4E8E-4955-8472-AA268D134349}" srcOrd="2" destOrd="0" parTransId="{B91A730C-8955-423F-88A3-2A19D577CA6A}" sibTransId="{C9BA17F1-7D4C-4EDD-A956-357E5743FE4A}"/>
    <dgm:cxn modelId="{237DAF57-1A6B-44FF-98B3-79839E6FF7E2}" srcId="{13375BB9-3D3D-462F-925F-76B598431C4D}" destId="{C6925028-AD3B-47C8-A22E-B7B7F116EE71}" srcOrd="1" destOrd="0" parTransId="{36476727-181B-4825-AE71-75FDD2C36EDE}" sibTransId="{9C89083E-A39B-4F11-9FA0-FBC952CC2BA8}"/>
    <dgm:cxn modelId="{12D4A684-E8B9-44D4-9403-312DE5C095ED}" type="presOf" srcId="{78DA2DF4-C44F-41E9-87D9-603646DD8FCB}" destId="{25517DE1-5EAD-4A8E-B6C6-C1922A352C5D}" srcOrd="0" destOrd="0" presId="urn:microsoft.com/office/officeart/2009/3/layout/SubStepProcess#1"/>
    <dgm:cxn modelId="{83FABBB7-117F-412A-9471-AD6915E91DE1}" srcId="{13375BB9-3D3D-462F-925F-76B598431C4D}" destId="{F9BA590A-5075-47C5-A36E-B7452C572CDD}" srcOrd="3" destOrd="0" parTransId="{1BA0142F-972E-44B7-A7DD-42EFE1CC290B}" sibTransId="{ED5FAE75-9453-4301-9A47-15A48F157E33}"/>
    <dgm:cxn modelId="{CB61CDC0-207A-4999-9FCA-86362F8EAD41}" type="presOf" srcId="{13375BB9-3D3D-462F-925F-76B598431C4D}" destId="{CE75CDB5-2782-4FE6-93B6-1B03957DE331}" srcOrd="0" destOrd="0" presId="urn:microsoft.com/office/officeart/2009/3/layout/SubStepProcess#1"/>
    <dgm:cxn modelId="{1F09BDCC-1A5B-4655-AE0D-6E557BD3629B}" type="presOf" srcId="{1F7C1E9B-4E8E-4955-8472-AA268D134349}" destId="{4CAA8C57-AB43-4605-96BE-D6CDD2E28F3C}" srcOrd="0" destOrd="0" presId="urn:microsoft.com/office/officeart/2009/3/layout/SubStepProcess#1"/>
    <dgm:cxn modelId="{9BD926CF-A3F6-4E01-9166-580882319651}" type="presOf" srcId="{F9BA590A-5075-47C5-A36E-B7452C572CDD}" destId="{79A1E83C-6A09-48DA-87B7-A7D67C07A5E3}" srcOrd="0" destOrd="0" presId="urn:microsoft.com/office/officeart/2009/3/layout/SubStepProcess#1"/>
    <dgm:cxn modelId="{F0E595D0-BB71-4822-8559-2FDC07352AC9}" srcId="{13375BB9-3D3D-462F-925F-76B598431C4D}" destId="{78DA2DF4-C44F-41E9-87D9-603646DD8FCB}" srcOrd="0" destOrd="0" parTransId="{5DDACC86-274C-48E9-93A6-E4917B39134D}" sibTransId="{E4860B06-F87C-46A1-B906-739322E8E727}"/>
    <dgm:cxn modelId="{1FD96048-9E4F-4273-B87D-1CC1A367CAA1}" type="presParOf" srcId="{CE75CDB5-2782-4FE6-93B6-1B03957DE331}" destId="{25517DE1-5EAD-4A8E-B6C6-C1922A352C5D}" srcOrd="0" destOrd="0" presId="urn:microsoft.com/office/officeart/2009/3/layout/SubStepProcess#1"/>
    <dgm:cxn modelId="{C8024074-1885-4039-9805-B65F18FE8018}" type="presParOf" srcId="{CE75CDB5-2782-4FE6-93B6-1B03957DE331}" destId="{473199AF-62E4-4209-9811-868BECFA210A}" srcOrd="1" destOrd="0" presId="urn:microsoft.com/office/officeart/2009/3/layout/SubStepProcess#1"/>
    <dgm:cxn modelId="{011C2A74-467D-47F9-8A29-874199FA9096}" type="presParOf" srcId="{CE75CDB5-2782-4FE6-93B6-1B03957DE331}" destId="{4CAA8C57-AB43-4605-96BE-D6CDD2E28F3C}" srcOrd="2" destOrd="0" presId="urn:microsoft.com/office/officeart/2009/3/layout/SubStepProcess#1"/>
    <dgm:cxn modelId="{3E68F39D-775E-45A7-B295-212E716A3F68}" type="presParOf" srcId="{CE75CDB5-2782-4FE6-93B6-1B03957DE331}" destId="{79A1E83C-6A09-48DA-87B7-A7D67C07A5E3}" srcOrd="3" destOrd="0" presId="urn:microsoft.com/office/officeart/2009/3/layout/SubStepProcess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09E682-777B-42C2-A4F2-9A7CEAB79433}" type="doc">
      <dgm:prSet loTypeId="urn:microsoft.com/office/officeart/2005/8/layout/hierarchy4" loCatId="hierarchy" qsTypeId="urn:microsoft.com/office/officeart/2005/8/quickstyle/simple3#1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41673A8D-F55B-4856-A30E-4D8EB6C42902}">
      <dgm:prSet custT="1"/>
      <dgm:spPr/>
      <dgm:t>
        <a:bodyPr/>
        <a:lstStyle/>
        <a:p>
          <a:pPr rtl="0"/>
          <a:r>
            <a:rPr lang="zh-CN" altLang="en-US" sz="2200" dirty="0"/>
            <a:t>团队名称</a:t>
          </a:r>
          <a:endParaRPr lang="en-US" sz="2200" dirty="0"/>
        </a:p>
      </dgm:t>
    </dgm:pt>
    <dgm:pt modelId="{67ADE4EF-9396-4A69-B377-421A589B8808}" type="parTrans" cxnId="{52E174DA-C891-449D-B52D-B680EA68CC31}">
      <dgm:prSet/>
      <dgm:spPr/>
      <dgm:t>
        <a:bodyPr/>
        <a:lstStyle/>
        <a:p>
          <a:endParaRPr lang="en-US"/>
        </a:p>
      </dgm:t>
    </dgm:pt>
    <dgm:pt modelId="{971F3020-E2AA-4600-ADD8-5114BD360124}" type="sibTrans" cxnId="{52E174DA-C891-449D-B52D-B680EA68CC31}">
      <dgm:prSet/>
      <dgm:spPr/>
      <dgm:t>
        <a:bodyPr/>
        <a:lstStyle/>
        <a:p>
          <a:endParaRPr lang="en-US"/>
        </a:p>
      </dgm:t>
    </dgm:pt>
    <dgm:pt modelId="{9A7B449E-8A79-44D2-8DFE-7D8475BB80FE}" type="pres">
      <dgm:prSet presAssocID="{0F09E682-777B-42C2-A4F2-9A7CEAB79433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7BFD70-7166-4CA2-8DBA-0DFE2F6A7DCA}" type="pres">
      <dgm:prSet presAssocID="{41673A8D-F55B-4856-A30E-4D8EB6C42902}" presName="vertOne" presStyleCnt="0"/>
      <dgm:spPr/>
    </dgm:pt>
    <dgm:pt modelId="{5A22AC7A-ADF7-40FD-9BD0-6BE411C3211E}" type="pres">
      <dgm:prSet presAssocID="{41673A8D-F55B-4856-A30E-4D8EB6C42902}" presName="txOne" presStyleLbl="node0" presStyleIdx="0" presStyleCnt="1" custScaleX="100098" custLinFactNeighborX="5035">
        <dgm:presLayoutVars>
          <dgm:chPref val="3"/>
        </dgm:presLayoutVars>
      </dgm:prSet>
      <dgm:spPr/>
    </dgm:pt>
    <dgm:pt modelId="{0CDAF83F-B18F-429E-9917-E8D8475EB455}" type="pres">
      <dgm:prSet presAssocID="{41673A8D-F55B-4856-A30E-4D8EB6C42902}" presName="horzOne" presStyleCnt="0"/>
      <dgm:spPr/>
    </dgm:pt>
  </dgm:ptLst>
  <dgm:cxnLst>
    <dgm:cxn modelId="{9DAF3241-7945-454E-9AAE-E38E7D350C04}" type="presOf" srcId="{41673A8D-F55B-4856-A30E-4D8EB6C42902}" destId="{5A22AC7A-ADF7-40FD-9BD0-6BE411C3211E}" srcOrd="0" destOrd="0" presId="urn:microsoft.com/office/officeart/2005/8/layout/hierarchy4"/>
    <dgm:cxn modelId="{385BA395-9DAD-49A8-BA13-9C084CEE60DB}" type="presOf" srcId="{0F09E682-777B-42C2-A4F2-9A7CEAB79433}" destId="{9A7B449E-8A79-44D2-8DFE-7D8475BB80FE}" srcOrd="0" destOrd="0" presId="urn:microsoft.com/office/officeart/2005/8/layout/hierarchy4"/>
    <dgm:cxn modelId="{52E174DA-C891-449D-B52D-B680EA68CC31}" srcId="{0F09E682-777B-42C2-A4F2-9A7CEAB79433}" destId="{41673A8D-F55B-4856-A30E-4D8EB6C42902}" srcOrd="0" destOrd="0" parTransId="{67ADE4EF-9396-4A69-B377-421A589B8808}" sibTransId="{971F3020-E2AA-4600-ADD8-5114BD360124}"/>
    <dgm:cxn modelId="{DCF89772-D158-4C77-B210-31151107F431}" type="presParOf" srcId="{9A7B449E-8A79-44D2-8DFE-7D8475BB80FE}" destId="{237BFD70-7166-4CA2-8DBA-0DFE2F6A7DCA}" srcOrd="0" destOrd="0" presId="urn:microsoft.com/office/officeart/2005/8/layout/hierarchy4"/>
    <dgm:cxn modelId="{2AC22A99-D5F3-47EF-A9D3-D66681760505}" type="presParOf" srcId="{237BFD70-7166-4CA2-8DBA-0DFE2F6A7DCA}" destId="{5A22AC7A-ADF7-40FD-9BD0-6BE411C3211E}" srcOrd="0" destOrd="0" presId="urn:microsoft.com/office/officeart/2005/8/layout/hierarchy4"/>
    <dgm:cxn modelId="{2CF1FE03-7189-48A8-A7CC-B6F633A38A41}" type="presParOf" srcId="{237BFD70-7166-4CA2-8DBA-0DFE2F6A7DCA}" destId="{0CDAF83F-B18F-429E-9917-E8D8475EB455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D24A687-9B86-4748-864E-6E2EBAE882E7}" type="doc">
      <dgm:prSet loTypeId="urn:microsoft.com/office/officeart/2005/8/layout/radial2#1" loCatId="relationship" qsTypeId="urn:microsoft.com/office/officeart/2005/8/quickstyle/simple1#4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7A85BB90-6A65-4658-BE0E-EA8374BDBB18}">
      <dgm:prSet/>
      <dgm:spPr/>
      <dgm:t>
        <a:bodyPr/>
        <a:lstStyle/>
        <a:p>
          <a:pPr rtl="0"/>
          <a:r>
            <a:rPr lang="zh-CN" altLang="en-US" dirty="0"/>
            <a:t>项目概述</a:t>
          </a:r>
          <a:endParaRPr lang="en-US" dirty="0"/>
        </a:p>
      </dgm:t>
    </dgm:pt>
    <dgm:pt modelId="{63D99F25-B3BF-4BC1-9157-F08B106588A6}" type="parTrans" cxnId="{9978F40F-67B1-47FE-BD75-3738DF4128FD}">
      <dgm:prSet/>
      <dgm:spPr/>
      <dgm:t>
        <a:bodyPr/>
        <a:lstStyle/>
        <a:p>
          <a:endParaRPr lang="en-US"/>
        </a:p>
      </dgm:t>
    </dgm:pt>
    <dgm:pt modelId="{BBD1CE7F-C5E5-4ED1-9190-3BC46434AA52}" type="sibTrans" cxnId="{9978F40F-67B1-47FE-BD75-3738DF4128FD}">
      <dgm:prSet/>
      <dgm:spPr/>
      <dgm:t>
        <a:bodyPr/>
        <a:lstStyle/>
        <a:p>
          <a:endParaRPr lang="en-US"/>
        </a:p>
      </dgm:t>
    </dgm:pt>
    <dgm:pt modelId="{23763431-ACF1-441D-BF69-2842EEF8CA00}">
      <dgm:prSet/>
      <dgm:spPr/>
      <dgm:t>
        <a:bodyPr/>
        <a:lstStyle/>
        <a:p>
          <a:r>
            <a:rPr lang="zh-CN" altLang="en-US" b="0" dirty="0"/>
            <a:t>项目设计</a:t>
          </a:r>
          <a:endParaRPr lang="en-US" b="0" dirty="0"/>
        </a:p>
      </dgm:t>
    </dgm:pt>
    <dgm:pt modelId="{8E7AB25C-90A7-4D5E-97F6-B8471F8F32C4}" type="parTrans" cxnId="{A728C2C3-3C5D-4D3F-AE7B-DF4E76337672}">
      <dgm:prSet/>
      <dgm:spPr/>
      <dgm:t>
        <a:bodyPr/>
        <a:lstStyle/>
        <a:p>
          <a:endParaRPr lang="en-US"/>
        </a:p>
      </dgm:t>
    </dgm:pt>
    <dgm:pt modelId="{7E48D3B0-95CD-4AF7-99A2-B0FCD987F0A1}" type="sibTrans" cxnId="{A728C2C3-3C5D-4D3F-AE7B-DF4E76337672}">
      <dgm:prSet/>
      <dgm:spPr/>
      <dgm:t>
        <a:bodyPr/>
        <a:lstStyle/>
        <a:p>
          <a:endParaRPr lang="en-US"/>
        </a:p>
      </dgm:t>
    </dgm:pt>
    <dgm:pt modelId="{951CF68C-0A3E-4485-A5FC-EED81E3390E6}">
      <dgm:prSet/>
      <dgm:spPr/>
      <dgm:t>
        <a:bodyPr/>
        <a:lstStyle/>
        <a:p>
          <a:pPr rtl="0"/>
          <a:r>
            <a:rPr lang="zh-CN" altLang="en-US" dirty="0"/>
            <a:t>实现技术</a:t>
          </a:r>
          <a:endParaRPr lang="en-US" dirty="0"/>
        </a:p>
      </dgm:t>
    </dgm:pt>
    <dgm:pt modelId="{9AA8F281-207E-40D9-87D5-505B44F62AD3}" type="parTrans" cxnId="{50B7769B-2A82-485B-80E1-F8D86CF023EB}">
      <dgm:prSet/>
      <dgm:spPr/>
      <dgm:t>
        <a:bodyPr/>
        <a:lstStyle/>
        <a:p>
          <a:endParaRPr lang="en-US"/>
        </a:p>
      </dgm:t>
    </dgm:pt>
    <dgm:pt modelId="{6A5CBA0E-0FF7-48D3-A7CA-8A4843F712F5}" type="sibTrans" cxnId="{50B7769B-2A82-485B-80E1-F8D86CF023EB}">
      <dgm:prSet/>
      <dgm:spPr/>
      <dgm:t>
        <a:bodyPr/>
        <a:lstStyle/>
        <a:p>
          <a:endParaRPr lang="en-US"/>
        </a:p>
      </dgm:t>
    </dgm:pt>
    <dgm:pt modelId="{70AAE843-17C5-4F73-98DB-B9F9A6BE1555}">
      <dgm:prSet/>
      <dgm:spPr/>
      <dgm:t>
        <a:bodyPr/>
        <a:lstStyle/>
        <a:p>
          <a:pPr rtl="0"/>
          <a:r>
            <a:rPr lang="zh-CN" altLang="en-US" dirty="0"/>
            <a:t>总结</a:t>
          </a:r>
          <a:endParaRPr lang="en-US" dirty="0"/>
        </a:p>
      </dgm:t>
    </dgm:pt>
    <dgm:pt modelId="{284C3DEA-40DD-43BC-B2A0-A5DAC7E713C4}" type="parTrans" cxnId="{44CC1C5F-7782-4CCD-8E43-3003E7B0F488}">
      <dgm:prSet/>
      <dgm:spPr/>
      <dgm:t>
        <a:bodyPr/>
        <a:lstStyle/>
        <a:p>
          <a:endParaRPr lang="en-US"/>
        </a:p>
      </dgm:t>
    </dgm:pt>
    <dgm:pt modelId="{9359C2A9-76D8-449A-8C1C-60BBCC87FE17}" type="sibTrans" cxnId="{44CC1C5F-7782-4CCD-8E43-3003E7B0F488}">
      <dgm:prSet/>
      <dgm:spPr/>
      <dgm:t>
        <a:bodyPr/>
        <a:lstStyle/>
        <a:p>
          <a:endParaRPr lang="en-US"/>
        </a:p>
      </dgm:t>
    </dgm:pt>
    <dgm:pt modelId="{D4CB23FE-092D-4F62-8718-8DE546BC0BBB}" type="pres">
      <dgm:prSet presAssocID="{1D24A687-9B86-4748-864E-6E2EBAE882E7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E02C3C32-CCCA-4E52-943B-A92A9F98521F}" type="pres">
      <dgm:prSet presAssocID="{1D24A687-9B86-4748-864E-6E2EBAE882E7}" presName="cycle" presStyleCnt="0"/>
      <dgm:spPr/>
    </dgm:pt>
    <dgm:pt modelId="{9F38A4F3-6821-42C0-BB7F-F530E451001F}" type="pres">
      <dgm:prSet presAssocID="{1D24A687-9B86-4748-864E-6E2EBAE882E7}" presName="centerShape" presStyleCnt="0"/>
      <dgm:spPr/>
    </dgm:pt>
    <dgm:pt modelId="{DC872695-F7EB-497B-81A8-E4AEB2577934}" type="pres">
      <dgm:prSet presAssocID="{1D24A687-9B86-4748-864E-6E2EBAE882E7}" presName="connSite" presStyleLbl="node1" presStyleIdx="0" presStyleCnt="5"/>
      <dgm:spPr/>
    </dgm:pt>
    <dgm:pt modelId="{589750B0-8FCF-4261-B7C2-7075B6D7EAB7}" type="pres">
      <dgm:prSet presAssocID="{1D24A687-9B86-4748-864E-6E2EBAE882E7}" presName="visible" presStyleLbl="node1" presStyleIdx="0" presStyleCnt="5"/>
      <dgm:spPr/>
    </dgm:pt>
    <dgm:pt modelId="{4215AE55-4C24-4547-93B5-0627377F5BB2}" type="pres">
      <dgm:prSet presAssocID="{63D99F25-B3BF-4BC1-9157-F08B106588A6}" presName="Name25" presStyleLbl="parChTrans1D1" presStyleIdx="0" presStyleCnt="4"/>
      <dgm:spPr/>
    </dgm:pt>
    <dgm:pt modelId="{4480B8E7-B10F-4367-9DBF-5FFC2765BBA0}" type="pres">
      <dgm:prSet presAssocID="{7A85BB90-6A65-4658-BE0E-EA8374BDBB18}" presName="node" presStyleCnt="0"/>
      <dgm:spPr/>
    </dgm:pt>
    <dgm:pt modelId="{B8C816CC-E490-4E0E-88C9-28E8EB901785}" type="pres">
      <dgm:prSet presAssocID="{7A85BB90-6A65-4658-BE0E-EA8374BDBB18}" presName="parentNode" presStyleLbl="node1" presStyleIdx="1" presStyleCnt="5">
        <dgm:presLayoutVars>
          <dgm:chMax val="1"/>
          <dgm:bulletEnabled val="1"/>
        </dgm:presLayoutVars>
      </dgm:prSet>
      <dgm:spPr/>
    </dgm:pt>
    <dgm:pt modelId="{1A190970-487B-42C5-99BE-18BA79DCB7C5}" type="pres">
      <dgm:prSet presAssocID="{7A85BB90-6A65-4658-BE0E-EA8374BDBB18}" presName="childNode" presStyleLbl="revTx" presStyleIdx="0" presStyleCnt="0">
        <dgm:presLayoutVars>
          <dgm:bulletEnabled val="1"/>
        </dgm:presLayoutVars>
      </dgm:prSet>
      <dgm:spPr/>
    </dgm:pt>
    <dgm:pt modelId="{B43398CE-9617-4C80-9080-0AB2DD8F56C5}" type="pres">
      <dgm:prSet presAssocID="{8E7AB25C-90A7-4D5E-97F6-B8471F8F32C4}" presName="Name25" presStyleLbl="parChTrans1D1" presStyleIdx="1" presStyleCnt="4"/>
      <dgm:spPr/>
    </dgm:pt>
    <dgm:pt modelId="{77F91642-37E6-452E-885C-D0E6BE692307}" type="pres">
      <dgm:prSet presAssocID="{23763431-ACF1-441D-BF69-2842EEF8CA00}" presName="node" presStyleCnt="0"/>
      <dgm:spPr/>
    </dgm:pt>
    <dgm:pt modelId="{899970D9-73E5-463C-B918-F2E244C78803}" type="pres">
      <dgm:prSet presAssocID="{23763431-ACF1-441D-BF69-2842EEF8CA00}" presName="parentNode" presStyleLbl="node1" presStyleIdx="2" presStyleCnt="5">
        <dgm:presLayoutVars>
          <dgm:chMax val="1"/>
          <dgm:bulletEnabled val="1"/>
        </dgm:presLayoutVars>
      </dgm:prSet>
      <dgm:spPr/>
    </dgm:pt>
    <dgm:pt modelId="{DA1B5D1F-CD82-4762-B9D9-F28EE9D3C286}" type="pres">
      <dgm:prSet presAssocID="{23763431-ACF1-441D-BF69-2842EEF8CA00}" presName="childNode" presStyleLbl="revTx" presStyleIdx="0" presStyleCnt="0">
        <dgm:presLayoutVars>
          <dgm:bulletEnabled val="1"/>
        </dgm:presLayoutVars>
      </dgm:prSet>
      <dgm:spPr/>
    </dgm:pt>
    <dgm:pt modelId="{BCF4EB15-7D8B-4161-974F-60659B840AE0}" type="pres">
      <dgm:prSet presAssocID="{9AA8F281-207E-40D9-87D5-505B44F62AD3}" presName="Name25" presStyleLbl="parChTrans1D1" presStyleIdx="2" presStyleCnt="4"/>
      <dgm:spPr/>
    </dgm:pt>
    <dgm:pt modelId="{6F52758D-0BE6-4D68-B1DB-3181BDEB98C3}" type="pres">
      <dgm:prSet presAssocID="{951CF68C-0A3E-4485-A5FC-EED81E3390E6}" presName="node" presStyleCnt="0"/>
      <dgm:spPr/>
    </dgm:pt>
    <dgm:pt modelId="{5E68CD23-FAFA-4D54-9E29-BE31977621C7}" type="pres">
      <dgm:prSet presAssocID="{951CF68C-0A3E-4485-A5FC-EED81E3390E6}" presName="parentNode" presStyleLbl="node1" presStyleIdx="3" presStyleCnt="5">
        <dgm:presLayoutVars>
          <dgm:chMax val="1"/>
          <dgm:bulletEnabled val="1"/>
        </dgm:presLayoutVars>
      </dgm:prSet>
      <dgm:spPr/>
    </dgm:pt>
    <dgm:pt modelId="{03B78042-940C-4D07-BF38-75AA2201CCA0}" type="pres">
      <dgm:prSet presAssocID="{951CF68C-0A3E-4485-A5FC-EED81E3390E6}" presName="childNode" presStyleLbl="revTx" presStyleIdx="0" presStyleCnt="0">
        <dgm:presLayoutVars>
          <dgm:bulletEnabled val="1"/>
        </dgm:presLayoutVars>
      </dgm:prSet>
      <dgm:spPr/>
    </dgm:pt>
    <dgm:pt modelId="{931A46BE-927F-4783-BBA4-354D2428E8F5}" type="pres">
      <dgm:prSet presAssocID="{284C3DEA-40DD-43BC-B2A0-A5DAC7E713C4}" presName="Name25" presStyleLbl="parChTrans1D1" presStyleIdx="3" presStyleCnt="4"/>
      <dgm:spPr/>
    </dgm:pt>
    <dgm:pt modelId="{559DC96D-3C32-4BBD-ADC9-E7A8784C6245}" type="pres">
      <dgm:prSet presAssocID="{70AAE843-17C5-4F73-98DB-B9F9A6BE1555}" presName="node" presStyleCnt="0"/>
      <dgm:spPr/>
    </dgm:pt>
    <dgm:pt modelId="{83F1ED99-FF92-49EA-8290-9FEDBA349F5E}" type="pres">
      <dgm:prSet presAssocID="{70AAE843-17C5-4F73-98DB-B9F9A6BE1555}" presName="parentNode" presStyleLbl="node1" presStyleIdx="4" presStyleCnt="5">
        <dgm:presLayoutVars>
          <dgm:chMax val="1"/>
          <dgm:bulletEnabled val="1"/>
        </dgm:presLayoutVars>
      </dgm:prSet>
      <dgm:spPr/>
    </dgm:pt>
    <dgm:pt modelId="{FE98F8C3-CCF2-4374-80C2-5E28F81C81CD}" type="pres">
      <dgm:prSet presAssocID="{70AAE843-17C5-4F73-98DB-B9F9A6BE1555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9978F40F-67B1-47FE-BD75-3738DF4128FD}" srcId="{1D24A687-9B86-4748-864E-6E2EBAE882E7}" destId="{7A85BB90-6A65-4658-BE0E-EA8374BDBB18}" srcOrd="0" destOrd="0" parTransId="{63D99F25-B3BF-4BC1-9157-F08B106588A6}" sibTransId="{BBD1CE7F-C5E5-4ED1-9190-3BC46434AA52}"/>
    <dgm:cxn modelId="{CA9F5210-D740-48B9-B02C-EAF7E68515D6}" type="presOf" srcId="{70AAE843-17C5-4F73-98DB-B9F9A6BE1555}" destId="{83F1ED99-FF92-49EA-8290-9FEDBA349F5E}" srcOrd="0" destOrd="0" presId="urn:microsoft.com/office/officeart/2005/8/layout/radial2#1"/>
    <dgm:cxn modelId="{F864E23E-2369-4CB8-8230-A60677FBDE7C}" type="presOf" srcId="{1D24A687-9B86-4748-864E-6E2EBAE882E7}" destId="{D4CB23FE-092D-4F62-8718-8DE546BC0BBB}" srcOrd="0" destOrd="0" presId="urn:microsoft.com/office/officeart/2005/8/layout/radial2#1"/>
    <dgm:cxn modelId="{44CC1C5F-7782-4CCD-8E43-3003E7B0F488}" srcId="{1D24A687-9B86-4748-864E-6E2EBAE882E7}" destId="{70AAE843-17C5-4F73-98DB-B9F9A6BE1555}" srcOrd="3" destOrd="0" parTransId="{284C3DEA-40DD-43BC-B2A0-A5DAC7E713C4}" sibTransId="{9359C2A9-76D8-449A-8C1C-60BBCC87FE17}"/>
    <dgm:cxn modelId="{E4A6FA68-346B-4400-A990-A012B4B73373}" type="presOf" srcId="{63D99F25-B3BF-4BC1-9157-F08B106588A6}" destId="{4215AE55-4C24-4547-93B5-0627377F5BB2}" srcOrd="0" destOrd="0" presId="urn:microsoft.com/office/officeart/2005/8/layout/radial2#1"/>
    <dgm:cxn modelId="{5033CA75-2CE8-41CD-B269-E5574731D866}" type="presOf" srcId="{7A85BB90-6A65-4658-BE0E-EA8374BDBB18}" destId="{B8C816CC-E490-4E0E-88C9-28E8EB901785}" srcOrd="0" destOrd="0" presId="urn:microsoft.com/office/officeart/2005/8/layout/radial2#1"/>
    <dgm:cxn modelId="{BCAD4179-6E18-4818-82FD-692D51AFBCF4}" type="presOf" srcId="{9AA8F281-207E-40D9-87D5-505B44F62AD3}" destId="{BCF4EB15-7D8B-4161-974F-60659B840AE0}" srcOrd="0" destOrd="0" presId="urn:microsoft.com/office/officeart/2005/8/layout/radial2#1"/>
    <dgm:cxn modelId="{50B7769B-2A82-485B-80E1-F8D86CF023EB}" srcId="{1D24A687-9B86-4748-864E-6E2EBAE882E7}" destId="{951CF68C-0A3E-4485-A5FC-EED81E3390E6}" srcOrd="2" destOrd="0" parTransId="{9AA8F281-207E-40D9-87D5-505B44F62AD3}" sibTransId="{6A5CBA0E-0FF7-48D3-A7CA-8A4843F712F5}"/>
    <dgm:cxn modelId="{5BC0F99D-8389-4F1B-8D93-373A2B7A083C}" type="presOf" srcId="{284C3DEA-40DD-43BC-B2A0-A5DAC7E713C4}" destId="{931A46BE-927F-4783-BBA4-354D2428E8F5}" srcOrd="0" destOrd="0" presId="urn:microsoft.com/office/officeart/2005/8/layout/radial2#1"/>
    <dgm:cxn modelId="{2F9CC6C2-3EDF-4F47-B198-1F069BE02C6F}" type="presOf" srcId="{951CF68C-0A3E-4485-A5FC-EED81E3390E6}" destId="{5E68CD23-FAFA-4D54-9E29-BE31977621C7}" srcOrd="0" destOrd="0" presId="urn:microsoft.com/office/officeart/2005/8/layout/radial2#1"/>
    <dgm:cxn modelId="{A728C2C3-3C5D-4D3F-AE7B-DF4E76337672}" srcId="{1D24A687-9B86-4748-864E-6E2EBAE882E7}" destId="{23763431-ACF1-441D-BF69-2842EEF8CA00}" srcOrd="1" destOrd="0" parTransId="{8E7AB25C-90A7-4D5E-97F6-B8471F8F32C4}" sibTransId="{7E48D3B0-95CD-4AF7-99A2-B0FCD987F0A1}"/>
    <dgm:cxn modelId="{05916ED7-65BD-447C-918A-054C98E2C6D5}" type="presOf" srcId="{8E7AB25C-90A7-4D5E-97F6-B8471F8F32C4}" destId="{B43398CE-9617-4C80-9080-0AB2DD8F56C5}" srcOrd="0" destOrd="0" presId="urn:microsoft.com/office/officeart/2005/8/layout/radial2#1"/>
    <dgm:cxn modelId="{D52831EB-A51F-42F5-8958-09BF6E38E30E}" type="presOf" srcId="{23763431-ACF1-441D-BF69-2842EEF8CA00}" destId="{899970D9-73E5-463C-B918-F2E244C78803}" srcOrd="0" destOrd="0" presId="urn:microsoft.com/office/officeart/2005/8/layout/radial2#1"/>
    <dgm:cxn modelId="{58AA536D-9C2C-48FF-89B6-023430760D0C}" type="presParOf" srcId="{D4CB23FE-092D-4F62-8718-8DE546BC0BBB}" destId="{E02C3C32-CCCA-4E52-943B-A92A9F98521F}" srcOrd="0" destOrd="0" presId="urn:microsoft.com/office/officeart/2005/8/layout/radial2#1"/>
    <dgm:cxn modelId="{33BD1425-14E1-405D-A975-91A4DBC1830B}" type="presParOf" srcId="{E02C3C32-CCCA-4E52-943B-A92A9F98521F}" destId="{9F38A4F3-6821-42C0-BB7F-F530E451001F}" srcOrd="0" destOrd="0" presId="urn:microsoft.com/office/officeart/2005/8/layout/radial2#1"/>
    <dgm:cxn modelId="{C0F0040A-8C96-4988-A424-6485E505CCF3}" type="presParOf" srcId="{9F38A4F3-6821-42C0-BB7F-F530E451001F}" destId="{DC872695-F7EB-497B-81A8-E4AEB2577934}" srcOrd="0" destOrd="0" presId="urn:microsoft.com/office/officeart/2005/8/layout/radial2#1"/>
    <dgm:cxn modelId="{9B5FE84F-7272-4871-A79C-C74BF8BFD32B}" type="presParOf" srcId="{9F38A4F3-6821-42C0-BB7F-F530E451001F}" destId="{589750B0-8FCF-4261-B7C2-7075B6D7EAB7}" srcOrd="1" destOrd="0" presId="urn:microsoft.com/office/officeart/2005/8/layout/radial2#1"/>
    <dgm:cxn modelId="{EBD3721B-4C50-43D4-8F45-6E4598F56100}" type="presParOf" srcId="{E02C3C32-CCCA-4E52-943B-A92A9F98521F}" destId="{4215AE55-4C24-4547-93B5-0627377F5BB2}" srcOrd="1" destOrd="0" presId="urn:microsoft.com/office/officeart/2005/8/layout/radial2#1"/>
    <dgm:cxn modelId="{84619406-E3F0-468F-AA01-CBC3E0092529}" type="presParOf" srcId="{E02C3C32-CCCA-4E52-943B-A92A9F98521F}" destId="{4480B8E7-B10F-4367-9DBF-5FFC2765BBA0}" srcOrd="2" destOrd="0" presId="urn:microsoft.com/office/officeart/2005/8/layout/radial2#1"/>
    <dgm:cxn modelId="{F20F83F0-5430-407E-A628-A7209CF4246F}" type="presParOf" srcId="{4480B8E7-B10F-4367-9DBF-5FFC2765BBA0}" destId="{B8C816CC-E490-4E0E-88C9-28E8EB901785}" srcOrd="0" destOrd="0" presId="urn:microsoft.com/office/officeart/2005/8/layout/radial2#1"/>
    <dgm:cxn modelId="{07219FEC-FDA2-425E-AEDF-6414DF28D3BE}" type="presParOf" srcId="{4480B8E7-B10F-4367-9DBF-5FFC2765BBA0}" destId="{1A190970-487B-42C5-99BE-18BA79DCB7C5}" srcOrd="1" destOrd="0" presId="urn:microsoft.com/office/officeart/2005/8/layout/radial2#1"/>
    <dgm:cxn modelId="{A976A26D-347D-4373-A103-2394288A76F3}" type="presParOf" srcId="{E02C3C32-CCCA-4E52-943B-A92A9F98521F}" destId="{B43398CE-9617-4C80-9080-0AB2DD8F56C5}" srcOrd="3" destOrd="0" presId="urn:microsoft.com/office/officeart/2005/8/layout/radial2#1"/>
    <dgm:cxn modelId="{C6296D91-C8D6-40A3-994A-A93A6E3FFBFD}" type="presParOf" srcId="{E02C3C32-CCCA-4E52-943B-A92A9F98521F}" destId="{77F91642-37E6-452E-885C-D0E6BE692307}" srcOrd="4" destOrd="0" presId="urn:microsoft.com/office/officeart/2005/8/layout/radial2#1"/>
    <dgm:cxn modelId="{29B4BF3B-89C7-4637-B481-581A2218C1C3}" type="presParOf" srcId="{77F91642-37E6-452E-885C-D0E6BE692307}" destId="{899970D9-73E5-463C-B918-F2E244C78803}" srcOrd="0" destOrd="0" presId="urn:microsoft.com/office/officeart/2005/8/layout/radial2#1"/>
    <dgm:cxn modelId="{22472CCB-180F-40A4-B8B6-70D7962025FE}" type="presParOf" srcId="{77F91642-37E6-452E-885C-D0E6BE692307}" destId="{DA1B5D1F-CD82-4762-B9D9-F28EE9D3C286}" srcOrd="1" destOrd="0" presId="urn:microsoft.com/office/officeart/2005/8/layout/radial2#1"/>
    <dgm:cxn modelId="{E4BC291F-9872-4EA9-8122-90663E521E7B}" type="presParOf" srcId="{E02C3C32-CCCA-4E52-943B-A92A9F98521F}" destId="{BCF4EB15-7D8B-4161-974F-60659B840AE0}" srcOrd="5" destOrd="0" presId="urn:microsoft.com/office/officeart/2005/8/layout/radial2#1"/>
    <dgm:cxn modelId="{FD26E63C-2C4A-42D9-AC46-853FD6989AAA}" type="presParOf" srcId="{E02C3C32-CCCA-4E52-943B-A92A9F98521F}" destId="{6F52758D-0BE6-4D68-B1DB-3181BDEB98C3}" srcOrd="6" destOrd="0" presId="urn:microsoft.com/office/officeart/2005/8/layout/radial2#1"/>
    <dgm:cxn modelId="{E1C1319D-1A5B-4A47-AB7D-4E7F27399DBE}" type="presParOf" srcId="{6F52758D-0BE6-4D68-B1DB-3181BDEB98C3}" destId="{5E68CD23-FAFA-4D54-9E29-BE31977621C7}" srcOrd="0" destOrd="0" presId="urn:microsoft.com/office/officeart/2005/8/layout/radial2#1"/>
    <dgm:cxn modelId="{3C36C6CF-3F7F-4D65-8D65-781D5F9D2DB5}" type="presParOf" srcId="{6F52758D-0BE6-4D68-B1DB-3181BDEB98C3}" destId="{03B78042-940C-4D07-BF38-75AA2201CCA0}" srcOrd="1" destOrd="0" presId="urn:microsoft.com/office/officeart/2005/8/layout/radial2#1"/>
    <dgm:cxn modelId="{9FDEAAE0-4AF2-4865-93C4-053B21318B81}" type="presParOf" srcId="{E02C3C32-CCCA-4E52-943B-A92A9F98521F}" destId="{931A46BE-927F-4783-BBA4-354D2428E8F5}" srcOrd="7" destOrd="0" presId="urn:microsoft.com/office/officeart/2005/8/layout/radial2#1"/>
    <dgm:cxn modelId="{3998A609-A253-45C3-B663-4E1A4719C228}" type="presParOf" srcId="{E02C3C32-CCCA-4E52-943B-A92A9F98521F}" destId="{559DC96D-3C32-4BBD-ADC9-E7A8784C6245}" srcOrd="8" destOrd="0" presId="urn:microsoft.com/office/officeart/2005/8/layout/radial2#1"/>
    <dgm:cxn modelId="{C3AE66B9-B1C7-419F-A44F-3D25FD617FAA}" type="presParOf" srcId="{559DC96D-3C32-4BBD-ADC9-E7A8784C6245}" destId="{83F1ED99-FF92-49EA-8290-9FEDBA349F5E}" srcOrd="0" destOrd="0" presId="urn:microsoft.com/office/officeart/2005/8/layout/radial2#1"/>
    <dgm:cxn modelId="{87B9E031-556B-4A9A-B088-828F1A3D76F5}" type="presParOf" srcId="{559DC96D-3C32-4BBD-ADC9-E7A8784C6245}" destId="{FE98F8C3-CCF2-4374-80C2-5E28F81C81CD}" srcOrd="1" destOrd="0" presId="urn:microsoft.com/office/officeart/2005/8/layout/radial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EA96A-8BBA-4E8E-B7AF-9EB211D9E36F}">
      <dsp:nvSpPr>
        <dsp:cNvPr id="0" name=""/>
        <dsp:cNvSpPr/>
      </dsp:nvSpPr>
      <dsp:spPr>
        <a:xfrm>
          <a:off x="0" y="23178"/>
          <a:ext cx="8541768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团队名称</a:t>
          </a:r>
          <a:endParaRPr lang="en-US" sz="2100" kern="1200" dirty="0"/>
        </a:p>
      </dsp:txBody>
      <dsp:txXfrm>
        <a:off x="26387" y="49565"/>
        <a:ext cx="8488994" cy="4877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517DE1-5EAD-4A8E-B6C6-C1922A352C5D}">
      <dsp:nvSpPr>
        <dsp:cNvPr id="0" name=""/>
        <dsp:cNvSpPr/>
      </dsp:nvSpPr>
      <dsp:spPr>
        <a:xfrm>
          <a:off x="0" y="96837"/>
          <a:ext cx="2459037" cy="24590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300" kern="1200" dirty="0"/>
            <a:t>团队成员</a:t>
          </a:r>
          <a:r>
            <a:rPr lang="en-US" altLang="zh-CN" sz="5300" kern="1200" dirty="0"/>
            <a:t>1</a:t>
          </a:r>
          <a:endParaRPr lang="en-US" sz="5300" kern="1200" dirty="0"/>
        </a:p>
      </dsp:txBody>
      <dsp:txXfrm>
        <a:off x="360118" y="456955"/>
        <a:ext cx="1738801" cy="1738801"/>
      </dsp:txXfrm>
    </dsp:sp>
    <dsp:sp modelId="{473199AF-62E4-4209-9811-868BECFA210A}">
      <dsp:nvSpPr>
        <dsp:cNvPr id="0" name=""/>
        <dsp:cNvSpPr/>
      </dsp:nvSpPr>
      <dsp:spPr>
        <a:xfrm>
          <a:off x="2459037" y="96837"/>
          <a:ext cx="2459037" cy="24590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300" kern="1200" dirty="0"/>
            <a:t>团队成员</a:t>
          </a:r>
          <a:r>
            <a:rPr lang="en-US" altLang="zh-CN" sz="5300" kern="1200" dirty="0"/>
            <a:t>2</a:t>
          </a:r>
          <a:endParaRPr lang="en-US" sz="5300" kern="1200" dirty="0"/>
        </a:p>
      </dsp:txBody>
      <dsp:txXfrm>
        <a:off x="2819155" y="456955"/>
        <a:ext cx="1738801" cy="1738801"/>
      </dsp:txXfrm>
    </dsp:sp>
    <dsp:sp modelId="{4CAA8C57-AB43-4605-96BE-D6CDD2E28F3C}">
      <dsp:nvSpPr>
        <dsp:cNvPr id="0" name=""/>
        <dsp:cNvSpPr/>
      </dsp:nvSpPr>
      <dsp:spPr>
        <a:xfrm>
          <a:off x="4918075" y="96837"/>
          <a:ext cx="2459037" cy="24590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300" kern="1200" dirty="0"/>
            <a:t>团队成员</a:t>
          </a:r>
          <a:r>
            <a:rPr lang="en-US" altLang="zh-CN" sz="5300" kern="1200" dirty="0"/>
            <a:t>3</a:t>
          </a:r>
          <a:endParaRPr lang="en-US" sz="5300" kern="1200" dirty="0"/>
        </a:p>
      </dsp:txBody>
      <dsp:txXfrm>
        <a:off x="5278193" y="456955"/>
        <a:ext cx="1738801" cy="1738801"/>
      </dsp:txXfrm>
    </dsp:sp>
    <dsp:sp modelId="{79A1E83C-6A09-48DA-87B7-A7D67C07A5E3}">
      <dsp:nvSpPr>
        <dsp:cNvPr id="0" name=""/>
        <dsp:cNvSpPr/>
      </dsp:nvSpPr>
      <dsp:spPr>
        <a:xfrm>
          <a:off x="7377112" y="96837"/>
          <a:ext cx="2459037" cy="24590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300" kern="1200" dirty="0"/>
            <a:t>团队成员</a:t>
          </a:r>
          <a:r>
            <a:rPr lang="en-US" altLang="zh-CN" sz="5300" kern="1200" dirty="0"/>
            <a:t>4</a:t>
          </a:r>
          <a:endParaRPr lang="en-US" sz="5300" kern="1200" dirty="0"/>
        </a:p>
      </dsp:txBody>
      <dsp:txXfrm>
        <a:off x="7737230" y="456955"/>
        <a:ext cx="1738801" cy="17388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22AC7A-ADF7-40FD-9BD0-6BE411C3211E}">
      <dsp:nvSpPr>
        <dsp:cNvPr id="0" name=""/>
        <dsp:cNvSpPr/>
      </dsp:nvSpPr>
      <dsp:spPr>
        <a:xfrm>
          <a:off x="6313" y="0"/>
          <a:ext cx="6468504" cy="853064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70000"/>
                <a:shade val="63000"/>
              </a:schemeClr>
              <a:schemeClr val="accent1">
                <a:hueOff val="0"/>
                <a:satOff val="0"/>
                <a:lumOff val="0"/>
                <a:alphaOff val="0"/>
                <a:tint val="10000"/>
                <a:satMod val="150000"/>
              </a:schemeClr>
            </a:duotone>
          </a:blip>
          <a:tile tx="0" ty="0" sx="60000" sy="59000" flip="none" algn="tl"/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团队名称</a:t>
          </a:r>
          <a:endParaRPr lang="en-US" sz="2200" kern="1200" dirty="0"/>
        </a:p>
      </dsp:txBody>
      <dsp:txXfrm>
        <a:off x="31298" y="24985"/>
        <a:ext cx="6418534" cy="8030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1A46BE-927F-4783-BBA4-354D2428E8F5}">
      <dsp:nvSpPr>
        <dsp:cNvPr id="0" name=""/>
        <dsp:cNvSpPr/>
      </dsp:nvSpPr>
      <dsp:spPr>
        <a:xfrm rot="3682546">
          <a:off x="3180449" y="4326737"/>
          <a:ext cx="1137975" cy="40649"/>
        </a:xfrm>
        <a:custGeom>
          <a:avLst/>
          <a:gdLst/>
          <a:ahLst/>
          <a:cxnLst/>
          <a:rect l="0" t="0" r="0" b="0"/>
          <a:pathLst>
            <a:path>
              <a:moveTo>
                <a:pt x="0" y="20324"/>
              </a:moveTo>
              <a:lnTo>
                <a:pt x="1137975" y="2032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F4EB15-7D8B-4161-974F-60659B840AE0}">
      <dsp:nvSpPr>
        <dsp:cNvPr id="0" name=""/>
        <dsp:cNvSpPr/>
      </dsp:nvSpPr>
      <dsp:spPr>
        <a:xfrm rot="1312336">
          <a:off x="3805738" y="3506856"/>
          <a:ext cx="813507" cy="40649"/>
        </a:xfrm>
        <a:custGeom>
          <a:avLst/>
          <a:gdLst/>
          <a:ahLst/>
          <a:cxnLst/>
          <a:rect l="0" t="0" r="0" b="0"/>
          <a:pathLst>
            <a:path>
              <a:moveTo>
                <a:pt x="0" y="20324"/>
              </a:moveTo>
              <a:lnTo>
                <a:pt x="813507" y="2032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3398CE-9617-4C80-9080-0AB2DD8F56C5}">
      <dsp:nvSpPr>
        <dsp:cNvPr id="0" name=""/>
        <dsp:cNvSpPr/>
      </dsp:nvSpPr>
      <dsp:spPr>
        <a:xfrm rot="20287664">
          <a:off x="3805738" y="2570732"/>
          <a:ext cx="813507" cy="40649"/>
        </a:xfrm>
        <a:custGeom>
          <a:avLst/>
          <a:gdLst/>
          <a:ahLst/>
          <a:cxnLst/>
          <a:rect l="0" t="0" r="0" b="0"/>
          <a:pathLst>
            <a:path>
              <a:moveTo>
                <a:pt x="0" y="20324"/>
              </a:moveTo>
              <a:lnTo>
                <a:pt x="813507" y="2032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15AE55-4C24-4547-93B5-0627377F5BB2}">
      <dsp:nvSpPr>
        <dsp:cNvPr id="0" name=""/>
        <dsp:cNvSpPr/>
      </dsp:nvSpPr>
      <dsp:spPr>
        <a:xfrm rot="17917454">
          <a:off x="3180449" y="1750850"/>
          <a:ext cx="1137975" cy="40649"/>
        </a:xfrm>
        <a:custGeom>
          <a:avLst/>
          <a:gdLst/>
          <a:ahLst/>
          <a:cxnLst/>
          <a:rect l="0" t="0" r="0" b="0"/>
          <a:pathLst>
            <a:path>
              <a:moveTo>
                <a:pt x="0" y="20324"/>
              </a:moveTo>
              <a:lnTo>
                <a:pt x="1137975" y="2032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9750B0-8FCF-4261-B7C2-7075B6D7EAB7}">
      <dsp:nvSpPr>
        <dsp:cNvPr id="0" name=""/>
        <dsp:cNvSpPr/>
      </dsp:nvSpPr>
      <dsp:spPr>
        <a:xfrm>
          <a:off x="1920096" y="1932694"/>
          <a:ext cx="2252848" cy="22528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816CC-E490-4E0E-88C9-28E8EB901785}">
      <dsp:nvSpPr>
        <dsp:cNvPr id="0" name=""/>
        <dsp:cNvSpPr/>
      </dsp:nvSpPr>
      <dsp:spPr>
        <a:xfrm>
          <a:off x="3669940" y="2622"/>
          <a:ext cx="1351709" cy="13517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000" kern="1200" dirty="0"/>
            <a:t>项目概述</a:t>
          </a:r>
          <a:endParaRPr lang="en-US" sz="3000" kern="1200" dirty="0"/>
        </a:p>
      </dsp:txBody>
      <dsp:txXfrm>
        <a:off x="3867893" y="200575"/>
        <a:ext cx="955803" cy="955803"/>
      </dsp:txXfrm>
    </dsp:sp>
    <dsp:sp modelId="{899970D9-73E5-463C-B918-F2E244C78803}">
      <dsp:nvSpPr>
        <dsp:cNvPr id="0" name=""/>
        <dsp:cNvSpPr/>
      </dsp:nvSpPr>
      <dsp:spPr>
        <a:xfrm>
          <a:off x="4541315" y="1511889"/>
          <a:ext cx="1351709" cy="13517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000" b="0" kern="1200" dirty="0"/>
            <a:t>项目设计</a:t>
          </a:r>
          <a:endParaRPr lang="en-US" sz="3000" b="0" kern="1200" dirty="0"/>
        </a:p>
      </dsp:txBody>
      <dsp:txXfrm>
        <a:off x="4739268" y="1709842"/>
        <a:ext cx="955803" cy="955803"/>
      </dsp:txXfrm>
    </dsp:sp>
    <dsp:sp modelId="{5E68CD23-FAFA-4D54-9E29-BE31977621C7}">
      <dsp:nvSpPr>
        <dsp:cNvPr id="0" name=""/>
        <dsp:cNvSpPr/>
      </dsp:nvSpPr>
      <dsp:spPr>
        <a:xfrm>
          <a:off x="4541315" y="3254639"/>
          <a:ext cx="1351709" cy="13517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000" kern="1200" dirty="0"/>
            <a:t>实现技术</a:t>
          </a:r>
          <a:endParaRPr lang="en-US" sz="3000" kern="1200" dirty="0"/>
        </a:p>
      </dsp:txBody>
      <dsp:txXfrm>
        <a:off x="4739268" y="3452592"/>
        <a:ext cx="955803" cy="955803"/>
      </dsp:txXfrm>
    </dsp:sp>
    <dsp:sp modelId="{83F1ED99-FF92-49EA-8290-9FEDBA349F5E}">
      <dsp:nvSpPr>
        <dsp:cNvPr id="0" name=""/>
        <dsp:cNvSpPr/>
      </dsp:nvSpPr>
      <dsp:spPr>
        <a:xfrm>
          <a:off x="3669940" y="4763906"/>
          <a:ext cx="1351709" cy="13517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000" kern="1200" dirty="0"/>
            <a:t>总结</a:t>
          </a:r>
          <a:endParaRPr lang="en-US" sz="3000" kern="1200" dirty="0"/>
        </a:p>
      </dsp:txBody>
      <dsp:txXfrm>
        <a:off x="3867893" y="4961859"/>
        <a:ext cx="955803" cy="955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#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ubStepProcess#1">
  <dgm:title val=""/>
  <dgm:desc val=""/>
  <dgm:catLst>
    <dgm:cat type="process" pri="122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61" srcId="1" destId="11" srcOrd="0" destOrd="0"/>
        <dgm:cxn modelId="62" srcId="1" destId="12" srcOrd="1" destOrd="0"/>
        <dgm:cxn modelId="7" srcId="0" destId="2" srcOrd="0" destOrd="0"/>
        <dgm:cxn modelId="8" srcId="0" destId="3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8" srcId="0" destId="1" srcOrd="0" destOrd="0"/>
        <dgm:cxn modelId="81" srcId="1" destId="11" srcOrd="0" destOrd="0"/>
        <dgm:cxn modelId="82" srcId="1" destId="12" srcOrd="1" destOrd="0"/>
        <dgm:cxn modelId="9" srcId="0" destId="2" srcOrd="0" destOrd="0"/>
        <dgm:cxn modelId="10" srcId="0" destId="3" srcOrd="0" destOrd="0"/>
        <dgm:cxn modelId="11" srcId="0" destId="4" srcOrd="0" destOrd="0"/>
      </dgm:cxnLst>
      <dgm:bg/>
      <dgm:whole/>
    </dgm:dataModel>
  </dgm:clrData>
  <dgm:layoutNode name="Name0">
    <dgm:varLst>
      <dgm:chMax val="7"/>
      <dgm:dir/>
      <dgm:animOne val="branch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Tx1" refType="w"/>
      <dgm:constr type="w" for="ch" forName="chLin1" refType="w" refFor="ch" refForName="parTx1" fact="1.38"/>
      <dgm:constr type="h" for="ch" forName="chLin1" refType="h"/>
      <dgm:constr type="w" for="ch" forName="spPre1" refType="w" fact="0.27"/>
      <dgm:constr type="w" for="ch" forName="spPost1" refType="w" fact="0.27"/>
      <dgm:constr type="h" for="ch" forName="spPre1" refType="h"/>
      <dgm:constr type="h" for="ch" forName="spPost1" refType="h"/>
      <dgm:constr type="primFontSz" for="ch" forName="parTx1" val="65"/>
      <dgm:constr type="primFontSz" for="des" forName="desTx1" refType="primFontSz" refFor="ch" refForName="parTx1" fact="0.78"/>
      <dgm:constr type="primFontSz" for="des" forName="desTx1" op="equ"/>
      <dgm:constr type="w" for="ch" forName="parTx2" refType="w"/>
      <dgm:constr type="w" for="ch" forName="chLin2" refType="w" refFor="ch" refForName="parTx2" fact="1.38"/>
      <dgm:constr type="h" for="ch" forName="chLin2" refType="h"/>
      <dgm:constr type="w" for="ch" forName="spPre2" refType="w" fact="0.54"/>
      <dgm:constr type="w" for="ch" forName="spPost2" refType="w" fact="0.54"/>
      <dgm:constr type="h" for="ch" forName="spPre2" refType="h"/>
      <dgm:constr type="h" for="ch" forName="spPost2" refType="h"/>
      <dgm:constr type="primFontSz" for="ch" forName="parTx2" refType="primFontSz" refFor="ch" refForName="parTx1" op="equ"/>
      <dgm:constr type="primFontSz" for="des" forName="desTx2" refType="primFontSz" refFor="des" refForName="desTx1" op="equ"/>
      <dgm:constr type="w" for="ch" forName="parTx3" refType="w"/>
      <dgm:constr type="w" for="ch" forName="chLin3" refType="w" refFor="ch" refForName="parTx3" fact="1.38"/>
      <dgm:constr type="h" for="ch" forName="chLin3" refType="h"/>
      <dgm:constr type="w" for="ch" forName="spPre3" refType="w" fact="0.54"/>
      <dgm:constr type="w" for="ch" forName="spPost3" refType="w" fact="0.54"/>
      <dgm:constr type="h" for="ch" forName="spPre3" refType="h"/>
      <dgm:constr type="h" for="ch" forName="spPost3" refType="h"/>
      <dgm:constr type="primFontSz" for="ch" forName="parTx3" refType="primFontSz" refFor="ch" refForName="parTx1" op="equ"/>
      <dgm:constr type="primFontSz" for="des" forName="desTx3" refType="primFontSz" refFor="des" refForName="desTx1" op="equ"/>
      <dgm:constr type="w" for="ch" forName="parTx4" refType="w"/>
      <dgm:constr type="w" for="ch" forName="chLin4" refType="w" refFor="ch" refForName="parTx4" fact="1.38"/>
      <dgm:constr type="h" for="ch" forName="chLin4" refType="h"/>
      <dgm:constr type="w" for="ch" forName="spPre4" refType="w" fact="0.54"/>
      <dgm:constr type="w" for="ch" forName="spPost4" refType="w" fact="0.54"/>
      <dgm:constr type="h" for="ch" forName="spPre4" refType="h"/>
      <dgm:constr type="h" for="ch" forName="spPost4" refType="h"/>
      <dgm:constr type="primFontSz" for="ch" forName="parTx4" refType="primFontSz" refFor="ch" refForName="parTx1" op="equ"/>
      <dgm:constr type="primFontSz" for="des" forName="desTx4" refType="primFontSz" refFor="des" refForName="desTx1" op="equ"/>
      <dgm:constr type="w" for="ch" forName="parTx5" refType="w"/>
      <dgm:constr type="w" for="ch" forName="chLin5" refType="w" refFor="ch" refForName="parTx5" fact="1.38"/>
      <dgm:constr type="h" for="ch" forName="chLin5" refType="h"/>
      <dgm:constr type="w" for="ch" forName="spPre5" refType="w" fact="0.54"/>
      <dgm:constr type="w" for="ch" forName="spPost5" refType="w" fact="0.54"/>
      <dgm:constr type="h" for="ch" forName="spPre5" refType="h"/>
      <dgm:constr type="h" for="ch" forName="spPost5" refType="h"/>
      <dgm:constr type="primFontSz" for="ch" forName="parTx5" refType="primFontSz" refFor="ch" refForName="parTx1" op="equ"/>
      <dgm:constr type="primFontSz" for="des" forName="desTx5" refType="primFontSz" refFor="des" refForName="desTx1" op="equ"/>
      <dgm:constr type="w" for="ch" forName="parTx6" refType="w"/>
      <dgm:constr type="w" for="ch" forName="chLin6" refType="w" refFor="ch" refForName="parTx6" fact="1.38"/>
      <dgm:constr type="h" for="ch" forName="chLin6" refType="h"/>
      <dgm:constr type="w" for="ch" forName="spPre6" refType="w" fact="0.54"/>
      <dgm:constr type="w" for="ch" forName="spPost6" refType="w" fact="0.54"/>
      <dgm:constr type="h" for="ch" forName="spPre6" refType="h"/>
      <dgm:constr type="h" for="ch" forName="spPost6" refType="h"/>
      <dgm:constr type="primFontSz" for="ch" forName="parTx6" refType="primFontSz" refFor="ch" refForName="parTx1" op="equ"/>
      <dgm:constr type="primFontSz" for="des" forName="desTx6" refType="primFontSz" refFor="des" refForName="desTx1" op="equ"/>
      <dgm:constr type="w" for="ch" forName="parTx7" refType="w"/>
      <dgm:constr type="w" for="ch" forName="chLin7" refType="w" refFor="ch" refForName="parTx7" fact="1.38"/>
      <dgm:constr type="h" for="ch" forName="chLin7" refType="h"/>
      <dgm:constr type="w" for="ch" forName="spPre7" refType="w" fact="0.54"/>
      <dgm:constr type="w" for="ch" forName="spPost7" refType="w" fact="0.54"/>
      <dgm:constr type="h" for="ch" forName="spPre7" refType="h"/>
      <dgm:constr type="h" for="ch" forName="spPost7" refType="h"/>
      <dgm:constr type="primFontSz" for="ch" forName="parTx7" refType="primFontSz" refFor="ch" refForName="parTx1" op="equ"/>
      <dgm:constr type="primFontSz" for="des" forName="desTx7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parTx1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">
            <dgm:if name="Name8" axis="ch" ptType="node" func="cnt" op="gte" val="1">
              <dgm:layoutNode name="spPre1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1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1" refType="w" fact="0.77"/>
                  <dgm:constr type="w" for="ch" forName="top1" refType="w" refFor="ch" refForName="txAndLines1" fact="0.78"/>
                </dgm:constrLst>
                <dgm:forEach name="Name9" axis="ch">
                  <dgm:forEach name="Name10" axis="self" ptType="parTrans">
                    <dgm:layoutNode name="Name11" styleLbl="parChTrans1D1">
                      <dgm:choose name="Name12">
                        <dgm:if name="Name13" func="var" arg="dir" op="equ" val="norm">
                          <dgm:alg type="conn">
                            <dgm:param type="dstNode" val="anchor1"/>
                            <dgm:param type="dim" val="1D"/>
                            <dgm:param type="endSty" val="noArr"/>
                            <dgm:param type="begPts" val="midR"/>
                          </dgm:alg>
                        </dgm:if>
                        <dgm:else name="Name14">
                          <dgm:alg type="conn">
                            <dgm:param type="srcNode" val="parTx1"/>
                            <dgm:param type="dstNode" val="anchor1"/>
                            <dgm:param type="dim" val="1D"/>
                            <dgm:param type="endSty" val="noArr"/>
                            <dgm:param type="begPts" val="midL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" axis="self" ptType="node">
                    <dgm:choose name="Name16">
                      <dgm:if name="Name17" axis="par ch" ptType="node node" func="cnt" op="equ" val="1">
                        <dgm:layoutNode name="top1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"/>
                    </dgm:choose>
                    <dgm:layoutNode name="txAndLines1">
                      <dgm:choose name="Name19">
                        <dgm:if name="Name20" func="var" arg="dir" op="equ" val="norm">
                          <dgm:alg type="lin"/>
                        </dgm:if>
                        <dgm:else name="Name2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22">
                        <dgm:if name="Name23" axis="root ch" ptType="all node" func="cnt" op="gte" val="2">
                          <dgm:constrLst>
                            <dgm:constr type="w" for="ch" forName="anchor1" refType="w"/>
                            <dgm:constr type="w" for="ch" forName="backup1" refType="w" fact="-1"/>
                            <dgm:constr type="w" for="ch" forName="preLine1" refType="w" fact="0.11"/>
                            <dgm:constr type="w" for="ch" forName="desTx1" refType="w" fact="0.78"/>
                            <dgm:constr type="w" for="ch" forName="postLine1" refType="w" fact="0.11"/>
                          </dgm:constrLst>
                        </dgm:if>
                        <dgm:else name="Name24">
                          <dgm:constrLst>
                            <dgm:constr type="w" for="ch" forName="anchor1" refType="w" fact="0.89"/>
                            <dgm:constr type="w" for="ch" forName="backup1" refType="w" fact="-0.89"/>
                            <dgm:constr type="w" for="ch" forName="preLine1" refType="w" fact="0.11"/>
                            <dgm:constr type="w" for="ch" forName="desTx1" refType="w" fact="0.78"/>
                          </dgm:constrLst>
                        </dgm:else>
                      </dgm:choose>
                      <dgm:layoutNode name="anchor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1" styleLbl="parChTrans1D1" moveWith="desTx1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1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25">
                        <dgm:if name="Name26" axis="root ch" ptType="all node" func="cnt" op="gte" val="2">
                          <dgm:layoutNode name="postLine1" styleLbl="parChTrans1D1" moveWith="desTx1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27"/>
                      </dgm:choose>
                    </dgm:layoutNode>
                  </dgm:forEach>
                  <dgm:choose name="Name28">
                    <dgm:if name="Name29" axis="root ch" ptType="all node" func="cnt" op="gte" val="2">
                      <dgm:forEach name="Name30" axis="self" ptType="parTrans">
                        <dgm:layoutNode name="Name31" styleLbl="parChTrans1D1">
                          <dgm:choose name="Name32">
                            <dgm:if name="Name33" func="var" arg="dir" op="equ" val="norm">
                              <dgm:alg type="conn">
                                <dgm:param type="srcNode" val="parTx2"/>
                                <dgm:param type="dstNode" val="anchor1"/>
                                <dgm:param type="dim" val="1D"/>
                                <dgm:param type="endSty" val="noArr"/>
                                <dgm:param type="begPts" val="midL"/>
                              </dgm:alg>
                            </dgm:if>
                            <dgm:else name="Name34">
                              <dgm:alg type="conn">
                                <dgm:param type="srcNode" val="parTx2"/>
                                <dgm:param type="dstNode" val="anchor1"/>
                                <dgm:param type="dim" val="1D"/>
                                <dgm:param type="endSty" val="noArr"/>
                                <dgm:param type="begPts" val="midR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35"/>
                  </dgm:choose>
                </dgm:forEach>
              </dgm:layoutNode>
              <dgm:choose name="Name36">
                <dgm:if name="Name37" axis="root ch" ptType="all node" func="cnt" op="gte" val="2">
                  <dgm:layoutNode name="spPost1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38"/>
              </dgm:choose>
            </dgm:if>
            <dgm:else name="Name39"/>
          </dgm:choose>
        </dgm:if>
        <dgm:if name="Name40" axis="self" ptType="node" func="pos" op="equ" val="2">
          <dgm:layoutNode name="parTx2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41">
            <dgm:if name="Name42" axis="ch" ptType="node" func="cnt" op="gte" val="1">
              <dgm:layoutNode name="spPre2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2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2" refType="w" fact="0.77"/>
                  <dgm:constr type="w" for="ch" forName="top2" refType="w" refFor="ch" refForName="txAndLines2" fact="0.78"/>
                </dgm:constrLst>
                <dgm:forEach name="Name43" axis="ch">
                  <dgm:forEach name="Name44" axis="self" ptType="parTrans">
                    <dgm:layoutNode name="Name45" styleLbl="parChTrans1D1">
                      <dgm:choose name="Name46">
                        <dgm:if name="Name47" func="var" arg="dir" op="equ" val="norm">
                          <dgm:alg type="conn">
                            <dgm:param type="dstNode" val="anchor2"/>
                            <dgm:param type="dim" val="1D"/>
                            <dgm:param type="endSty" val="noArr"/>
                            <dgm:param type="begPts" val="midR"/>
                          </dgm:alg>
                        </dgm:if>
                        <dgm:else name="Name48">
                          <dgm:alg type="conn">
                            <dgm:param type="srcNode" val="parTx2"/>
                            <dgm:param type="dstNode" val="anchor2"/>
                            <dgm:param type="dim" val="1D"/>
                            <dgm:param type="endSty" val="noArr"/>
                            <dgm:param type="begPts" val="midL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49" axis="self" ptType="node">
                    <dgm:choose name="Name50">
                      <dgm:if name="Name51" axis="par ch" ptType="node node" func="cnt" op="equ" val="1">
                        <dgm:layoutNode name="top2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52"/>
                    </dgm:choose>
                    <dgm:layoutNode name="txAndLines2">
                      <dgm:choose name="Name53">
                        <dgm:if name="Name54" func="var" arg="dir" op="equ" val="norm">
                          <dgm:alg type="lin"/>
                        </dgm:if>
                        <dgm:else name="Name5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56">
                        <dgm:if name="Name57" axis="root ch" ptType="all node" func="cnt" op="gte" val="3">
                          <dgm:constrLst>
                            <dgm:constr type="w" for="ch" forName="anchor2" refType="w"/>
                            <dgm:constr type="w" for="ch" forName="backup2" refType="w" fact="-1"/>
                            <dgm:constr type="w" for="ch" forName="preLine2" refType="w" fact="0.11"/>
                            <dgm:constr type="w" for="ch" forName="desTx2" refType="w" fact="0.78"/>
                            <dgm:constr type="w" for="ch" forName="postLine2" refType="w" fact="0.11"/>
                          </dgm:constrLst>
                        </dgm:if>
                        <dgm:else name="Name58">
                          <dgm:constrLst>
                            <dgm:constr type="w" for="ch" forName="anchor2" refType="w" fact="0.89"/>
                            <dgm:constr type="w" for="ch" forName="backup2" refType="w" fact="-0.89"/>
                            <dgm:constr type="w" for="ch" forName="preLine2" refType="w" fact="0.11"/>
                            <dgm:constr type="w" for="ch" forName="desTx2" refType="w" fact="0.78"/>
                          </dgm:constrLst>
                        </dgm:else>
                      </dgm:choose>
                      <dgm:layoutNode name="anchor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2" styleLbl="parChTrans1D1" moveWith="desTx2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2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59">
                        <dgm:if name="Name60" axis="root ch" ptType="all node" func="cnt" op="gte" val="3">
                          <dgm:layoutNode name="postLine2" styleLbl="parChTrans1D1" moveWith="desTx2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61"/>
                      </dgm:choose>
                    </dgm:layoutNode>
                  </dgm:forEach>
                  <dgm:choose name="Name62">
                    <dgm:if name="Name63" axis="root ch" ptType="all node" func="cnt" op="gte" val="3">
                      <dgm:forEach name="Name64" axis="self" ptType="parTrans">
                        <dgm:layoutNode name="Name65" styleLbl="parChTrans1D1">
                          <dgm:choose name="Name66">
                            <dgm:if name="Name67" func="var" arg="dir" op="equ" val="norm">
                              <dgm:alg type="conn">
                                <dgm:param type="srcNode" val="parTx3"/>
                                <dgm:param type="dstNode" val="anchor2"/>
                                <dgm:param type="dim" val="1D"/>
                                <dgm:param type="endSty" val="noArr"/>
                                <dgm:param type="begPts" val="midL"/>
                              </dgm:alg>
                            </dgm:if>
                            <dgm:else name="Name68">
                              <dgm:alg type="conn">
                                <dgm:param type="srcNode" val="parTx3"/>
                                <dgm:param type="dstNode" val="anchor2"/>
                                <dgm:param type="dim" val="1D"/>
                                <dgm:param type="endSty" val="noArr"/>
                                <dgm:param type="begPts" val="midR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69"/>
                  </dgm:choose>
                </dgm:forEach>
              </dgm:layoutNode>
              <dgm:choose name="Name70">
                <dgm:if name="Name71" axis="root ch" ptType="all node" func="cnt" op="gte" val="3">
                  <dgm:layoutNode name="spPost2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72"/>
              </dgm:choose>
            </dgm:if>
            <dgm:else name="Name73"/>
          </dgm:choose>
        </dgm:if>
        <dgm:if name="Name74" axis="self" ptType="node" func="pos" op="equ" val="3">
          <dgm:layoutNode name="parTx3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5">
            <dgm:if name="Name76" axis="ch" ptType="node" func="cnt" op="gte" val="1">
              <dgm:layoutNode name="spPre3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3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3" refType="w" fact="0.77"/>
                  <dgm:constr type="w" for="ch" forName="top3" refType="w" refFor="ch" refForName="txAndLines3" fact="0.78"/>
                </dgm:constrLst>
                <dgm:forEach name="Name77" axis="ch">
                  <dgm:forEach name="Name78" axis="self" ptType="parTrans">
                    <dgm:layoutNode name="Name79" styleLbl="parChTrans1D1">
                      <dgm:choose name="Name80">
                        <dgm:if name="Name81" func="var" arg="dir" op="equ" val="norm">
                          <dgm:alg type="conn">
                            <dgm:param type="dstNode" val="anchor3"/>
                            <dgm:param type="dim" val="1D"/>
                            <dgm:param type="endSty" val="noArr"/>
                            <dgm:param type="begPts" val="midR"/>
                          </dgm:alg>
                        </dgm:if>
                        <dgm:else name="Name82">
                          <dgm:alg type="conn">
                            <dgm:param type="srcNode" val="parTx3"/>
                            <dgm:param type="dstNode" val="anchor3"/>
                            <dgm:param type="dim" val="1D"/>
                            <dgm:param type="endSty" val="noArr"/>
                            <dgm:param type="begPts" val="midL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83" axis="self" ptType="node">
                    <dgm:choose name="Name84">
                      <dgm:if name="Name85" axis="par ch" ptType="node node" func="cnt" op="equ" val="1">
                        <dgm:layoutNode name="top3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86"/>
                    </dgm:choose>
                    <dgm:layoutNode name="txAndLines3">
                      <dgm:choose name="Name87">
                        <dgm:if name="Name88" func="var" arg="dir" op="equ" val="norm">
                          <dgm:alg type="lin"/>
                        </dgm:if>
                        <dgm:else name="Name89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90">
                        <dgm:if name="Name91" axis="root ch" ptType="all node" func="cnt" op="gte" val="4">
                          <dgm:constrLst>
                            <dgm:constr type="w" for="ch" forName="anchor3" refType="w"/>
                            <dgm:constr type="w" for="ch" forName="backup3" refType="w" fact="-1"/>
                            <dgm:constr type="w" for="ch" forName="preLine3" refType="w" fact="0.11"/>
                            <dgm:constr type="w" for="ch" forName="desTx3" refType="w" fact="0.78"/>
                            <dgm:constr type="w" for="ch" forName="postLine3" refType="w" fact="0.11"/>
                          </dgm:constrLst>
                        </dgm:if>
                        <dgm:else name="Name92">
                          <dgm:constrLst>
                            <dgm:constr type="w" for="ch" forName="anchor3" refType="w" fact="0.89"/>
                            <dgm:constr type="w" for="ch" forName="backup3" refType="w" fact="-0.89"/>
                            <dgm:constr type="w" for="ch" forName="preLine3" refType="w" fact="0.11"/>
                            <dgm:constr type="w" for="ch" forName="desTx3" refType="w" fact="0.78"/>
                          </dgm:constrLst>
                        </dgm:else>
                      </dgm:choose>
                      <dgm:layoutNode name="anchor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3" styleLbl="parChTrans1D1" moveWith="desTx3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3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93">
                        <dgm:if name="Name94" axis="root ch" ptType="all node" func="cnt" op="gte" val="4">
                          <dgm:layoutNode name="postLine3" styleLbl="parChTrans1D1" moveWith="desTx3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95"/>
                      </dgm:choose>
                    </dgm:layoutNode>
                  </dgm:forEach>
                  <dgm:choose name="Name96">
                    <dgm:if name="Name97" axis="root ch" ptType="all node" func="cnt" op="gte" val="4">
                      <dgm:forEach name="Name98" axis="self" ptType="parTrans">
                        <dgm:layoutNode name="Name99" styleLbl="parChTrans1D1">
                          <dgm:choose name="Name100">
                            <dgm:if name="Name101" func="var" arg="dir" op="equ" val="norm">
                              <dgm:alg type="conn">
                                <dgm:param type="srcNode" val="parTx4"/>
                                <dgm:param type="dstNode" val="anchor3"/>
                                <dgm:param type="dim" val="1D"/>
                                <dgm:param type="endSty" val="noArr"/>
                                <dgm:param type="begPts" val="midL"/>
                              </dgm:alg>
                            </dgm:if>
                            <dgm:else name="Name102">
                              <dgm:alg type="conn">
                                <dgm:param type="srcNode" val="parTx4"/>
                                <dgm:param type="dstNode" val="anchor3"/>
                                <dgm:param type="dim" val="1D"/>
                                <dgm:param type="endSty" val="noArr"/>
                                <dgm:param type="begPts" val="midR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03"/>
                  </dgm:choose>
                </dgm:forEach>
              </dgm:layoutNode>
              <dgm:choose name="Name104">
                <dgm:if name="Name105" axis="root ch" ptType="all node" func="cnt" op="gte" val="4">
                  <dgm:layoutNode name="spPost3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06"/>
              </dgm:choose>
            </dgm:if>
            <dgm:else name="Name107"/>
          </dgm:choose>
        </dgm:if>
        <dgm:if name="Name108" axis="self" ptType="node" func="pos" op="equ" val="4">
          <dgm:layoutNode name="parTx4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09">
            <dgm:if name="Name110" axis="ch" ptType="node" func="cnt" op="gte" val="1">
              <dgm:layoutNode name="spPre4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4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4" refType="w" fact="0.77"/>
                  <dgm:constr type="w" for="ch" forName="top4" refType="w" refFor="ch" refForName="txAndLines4" fact="0.78"/>
                </dgm:constrLst>
                <dgm:forEach name="Name111" axis="ch">
                  <dgm:forEach name="Name112" axis="self" ptType="parTrans">
                    <dgm:layoutNode name="Name113" styleLbl="parChTrans1D1">
                      <dgm:choose name="Name114">
                        <dgm:if name="Name115" func="var" arg="dir" op="equ" val="norm">
                          <dgm:alg type="conn">
                            <dgm:param type="dstNode" val="anchor4"/>
                            <dgm:param type="dim" val="1D"/>
                            <dgm:param type="endSty" val="noArr"/>
                            <dgm:param type="begPts" val="midR"/>
                          </dgm:alg>
                        </dgm:if>
                        <dgm:else name="Name116">
                          <dgm:alg type="conn">
                            <dgm:param type="srcNode" val="parTx4"/>
                            <dgm:param type="dstNode" val="anchor4"/>
                            <dgm:param type="dim" val="1D"/>
                            <dgm:param type="endSty" val="noArr"/>
                            <dgm:param type="begPts" val="midL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17" axis="self" ptType="node">
                    <dgm:choose name="Name118">
                      <dgm:if name="Name119" axis="par ch" ptType="node node" func="cnt" op="equ" val="1">
                        <dgm:layoutNode name="top4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20"/>
                    </dgm:choose>
                    <dgm:layoutNode name="txAndLines4">
                      <dgm:choose name="Name121">
                        <dgm:if name="Name122" func="var" arg="dir" op="equ" val="norm">
                          <dgm:alg type="lin"/>
                        </dgm:if>
                        <dgm:else name="Name123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24">
                        <dgm:if name="Name125" axis="root ch" ptType="all node" func="cnt" op="gte" val="5">
                          <dgm:constrLst>
                            <dgm:constr type="w" for="ch" forName="anchor4" refType="w"/>
                            <dgm:constr type="w" for="ch" forName="backup4" refType="w" fact="-1"/>
                            <dgm:constr type="w" for="ch" forName="preLine4" refType="w" fact="0.11"/>
                            <dgm:constr type="w" for="ch" forName="desTx4" refType="w" fact="0.78"/>
                            <dgm:constr type="w" for="ch" forName="postLine4" refType="w" fact="0.11"/>
                          </dgm:constrLst>
                        </dgm:if>
                        <dgm:else name="Name126">
                          <dgm:constrLst>
                            <dgm:constr type="w" for="ch" forName="anchor4" refType="w" fact="0.89"/>
                            <dgm:constr type="w" for="ch" forName="backup4" refType="w" fact="-0.89"/>
                            <dgm:constr type="w" for="ch" forName="preLine4" refType="w" fact="0.11"/>
                            <dgm:constr type="w" for="ch" forName="desTx4" refType="w" fact="0.78"/>
                          </dgm:constrLst>
                        </dgm:else>
                      </dgm:choose>
                      <dgm:layoutNode name="anchor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4" styleLbl="parChTrans1D1" moveWith="desTx4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4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27">
                        <dgm:if name="Name128" axis="root ch" ptType="all node" func="cnt" op="gte" val="5">
                          <dgm:layoutNode name="postLine4" styleLbl="parChTrans1D1" moveWith="desTx4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29"/>
                      </dgm:choose>
                    </dgm:layoutNode>
                  </dgm:forEach>
                  <dgm:choose name="Name130">
                    <dgm:if name="Name131" axis="root ch" ptType="all node" func="cnt" op="gte" val="5">
                      <dgm:forEach name="Name132" axis="self" ptType="parTrans">
                        <dgm:layoutNode name="Name133" styleLbl="parChTrans1D1">
                          <dgm:choose name="Name134">
                            <dgm:if name="Name135" func="var" arg="dir" op="equ" val="norm">
                              <dgm:alg type="conn">
                                <dgm:param type="srcNode" val="parTx5"/>
                                <dgm:param type="dstNode" val="anchor4"/>
                                <dgm:param type="dim" val="1D"/>
                                <dgm:param type="endSty" val="noArr"/>
                                <dgm:param type="begPts" val="midL"/>
                              </dgm:alg>
                            </dgm:if>
                            <dgm:else name="Name136">
                              <dgm:alg type="conn">
                                <dgm:param type="srcNode" val="parTx5"/>
                                <dgm:param type="dstNode" val="anchor4"/>
                                <dgm:param type="dim" val="1D"/>
                                <dgm:param type="endSty" val="noArr"/>
                                <dgm:param type="begPts" val="midR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37"/>
                  </dgm:choose>
                </dgm:forEach>
              </dgm:layoutNode>
              <dgm:choose name="Name138">
                <dgm:if name="Name139" axis="root ch" ptType="all node" func="cnt" op="gte" val="5">
                  <dgm:layoutNode name="spPost4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40"/>
              </dgm:choose>
            </dgm:if>
            <dgm:else name="Name141"/>
          </dgm:choose>
        </dgm:if>
        <dgm:if name="Name142" axis="self" ptType="node" func="pos" op="equ" val="5">
          <dgm:layoutNode name="parTx5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43">
            <dgm:if name="Name144" axis="ch" ptType="node" func="cnt" op="gte" val="1">
              <dgm:layoutNode name="spPre5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5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5" refType="w" fact="0.77"/>
                  <dgm:constr type="w" for="ch" forName="top5" refType="w" refFor="ch" refForName="txAndLines5" fact="0.78"/>
                </dgm:constrLst>
                <dgm:forEach name="Name145" axis="ch">
                  <dgm:forEach name="Name146" axis="self" ptType="parTrans">
                    <dgm:layoutNode name="Name147" styleLbl="parChTrans1D1">
                      <dgm:choose name="Name148">
                        <dgm:if name="Name149" func="var" arg="dir" op="equ" val="norm">
                          <dgm:alg type="conn">
                            <dgm:param type="dstNode" val="anchor5"/>
                            <dgm:param type="dim" val="1D"/>
                            <dgm:param type="endSty" val="noArr"/>
                            <dgm:param type="begPts" val="midR"/>
                          </dgm:alg>
                        </dgm:if>
                        <dgm:else name="Name150">
                          <dgm:alg type="conn">
                            <dgm:param type="srcNode" val="parTx5"/>
                            <dgm:param type="dstNode" val="anchor5"/>
                            <dgm:param type="dim" val="1D"/>
                            <dgm:param type="endSty" val="noArr"/>
                            <dgm:param type="begPts" val="midL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1" axis="self" ptType="node">
                    <dgm:choose name="Name152">
                      <dgm:if name="Name153" axis="par ch" ptType="node node" func="cnt" op="equ" val="1">
                        <dgm:layoutNode name="top5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54"/>
                    </dgm:choose>
                    <dgm:layoutNode name="txAndLines5">
                      <dgm:choose name="Name155">
                        <dgm:if name="Name156" func="var" arg="dir" op="equ" val="norm">
                          <dgm:alg type="lin"/>
                        </dgm:if>
                        <dgm:else name="Name157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58">
                        <dgm:if name="Name159" axis="root ch" ptType="all node" func="cnt" op="gte" val="6">
                          <dgm:constrLst>
                            <dgm:constr type="w" for="ch" forName="anchor5" refType="w"/>
                            <dgm:constr type="w" for="ch" forName="backup5" refType="w" fact="-1"/>
                            <dgm:constr type="w" for="ch" forName="preLine5" refType="w" fact="0.11"/>
                            <dgm:constr type="w" for="ch" forName="desTx5" refType="w" fact="0.78"/>
                            <dgm:constr type="w" for="ch" forName="postLine5" refType="w" fact="0.11"/>
                          </dgm:constrLst>
                        </dgm:if>
                        <dgm:else name="Name160">
                          <dgm:constrLst>
                            <dgm:constr type="w" for="ch" forName="anchor5" refType="w" fact="0.89"/>
                            <dgm:constr type="w" for="ch" forName="backup5" refType="w" fact="-0.89"/>
                            <dgm:constr type="w" for="ch" forName="preLine5" refType="w" fact="0.11"/>
                            <dgm:constr type="w" for="ch" forName="desTx5" refType="w" fact="0.78"/>
                          </dgm:constrLst>
                        </dgm:else>
                      </dgm:choose>
                      <dgm:layoutNode name="anchor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5" styleLbl="parChTrans1D1" moveWith="desTx5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5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61">
                        <dgm:if name="Name162" axis="root ch" ptType="all node" func="cnt" op="gte" val="6">
                          <dgm:layoutNode name="postLine5" styleLbl="parChTrans1D1" moveWith="desTx5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63"/>
                      </dgm:choose>
                    </dgm:layoutNode>
                  </dgm:forEach>
                  <dgm:choose name="Name164">
                    <dgm:if name="Name165" axis="root ch" ptType="all node" func="cnt" op="gte" val="6">
                      <dgm:forEach name="Name166" axis="self" ptType="parTrans">
                        <dgm:layoutNode name="Name167" styleLbl="parChTrans1D1">
                          <dgm:choose name="Name168">
                            <dgm:if name="Name169" func="var" arg="dir" op="equ" val="norm">
                              <dgm:alg type="conn">
                                <dgm:param type="srcNode" val="parTx6"/>
                                <dgm:param type="dstNode" val="anchor5"/>
                                <dgm:param type="dim" val="1D"/>
                                <dgm:param type="endSty" val="noArr"/>
                                <dgm:param type="begPts" val="midL"/>
                              </dgm:alg>
                            </dgm:if>
                            <dgm:else name="Name170">
                              <dgm:alg type="conn">
                                <dgm:param type="srcNode" val="parTx6"/>
                                <dgm:param type="dstNode" val="anchor5"/>
                                <dgm:param type="dim" val="1D"/>
                                <dgm:param type="endSty" val="noArr"/>
                                <dgm:param type="begPts" val="midR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71"/>
                  </dgm:choose>
                </dgm:forEach>
              </dgm:layoutNode>
              <dgm:choose name="Name172">
                <dgm:if name="Name173" axis="root ch" ptType="all node" func="cnt" op="gte" val="6">
                  <dgm:layoutNode name="spPost5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74"/>
              </dgm:choose>
            </dgm:if>
            <dgm:else name="Name175"/>
          </dgm:choose>
        </dgm:if>
        <dgm:if name="Name176" axis="self" ptType="node" func="pos" op="equ" val="6">
          <dgm:layoutNode name="parTx6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77">
            <dgm:if name="Name178" axis="ch" ptType="node" func="cnt" op="gte" val="1">
              <dgm:layoutNode name="spPre6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6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6" refType="w" fact="0.77"/>
                  <dgm:constr type="w" for="ch" forName="top6" refType="w" refFor="ch" refForName="txAndLines6" fact="0.78"/>
                </dgm:constrLst>
                <dgm:forEach name="Name179" axis="ch">
                  <dgm:forEach name="Name180" axis="self" ptType="parTrans">
                    <dgm:layoutNode name="Name181" styleLbl="parChTrans1D1">
                      <dgm:choose name="Name182">
                        <dgm:if name="Name183" func="var" arg="dir" op="equ" val="norm">
                          <dgm:alg type="conn">
                            <dgm:param type="dstNode" val="anchor6"/>
                            <dgm:param type="dim" val="1D"/>
                            <dgm:param type="endSty" val="noArr"/>
                            <dgm:param type="begPts" val="midR"/>
                          </dgm:alg>
                        </dgm:if>
                        <dgm:else name="Name184">
                          <dgm:alg type="conn">
                            <dgm:param type="srcNode" val="parTx6"/>
                            <dgm:param type="dstNode" val="anchor6"/>
                            <dgm:param type="dim" val="1D"/>
                            <dgm:param type="endSty" val="noArr"/>
                            <dgm:param type="begPts" val="midL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85" axis="self" ptType="node">
                    <dgm:choose name="Name186">
                      <dgm:if name="Name187" axis="par ch" ptType="node node" func="cnt" op="equ" val="1">
                        <dgm:layoutNode name="top6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8"/>
                    </dgm:choose>
                    <dgm:layoutNode name="txAndLines6">
                      <dgm:choose name="Name189">
                        <dgm:if name="Name190" func="var" arg="dir" op="equ" val="norm">
                          <dgm:alg type="lin"/>
                        </dgm:if>
                        <dgm:else name="Name19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92">
                        <dgm:if name="Name193" axis="root ch" ptType="all node" func="cnt" op="gte" val="7">
                          <dgm:constrLst>
                            <dgm:constr type="w" for="ch" forName="anchor6" refType="w"/>
                            <dgm:constr type="w" for="ch" forName="backup6" refType="w" fact="-1"/>
                            <dgm:constr type="w" for="ch" forName="preLine6" refType="w" fact="0.11"/>
                            <dgm:constr type="w" for="ch" forName="desTx6" refType="w" fact="0.78"/>
                            <dgm:constr type="w" for="ch" forName="postLine6" refType="w" fact="0.11"/>
                          </dgm:constrLst>
                        </dgm:if>
                        <dgm:else name="Name194">
                          <dgm:constrLst>
                            <dgm:constr type="w" for="ch" forName="anchor6" refType="w" fact="0.89"/>
                            <dgm:constr type="w" for="ch" forName="backup6" refType="w" fact="-0.89"/>
                            <dgm:constr type="w" for="ch" forName="preLine6" refType="w" fact="0.11"/>
                            <dgm:constr type="w" for="ch" forName="desTx6" refType="w" fact="0.78"/>
                          </dgm:constrLst>
                        </dgm:else>
                      </dgm:choose>
                      <dgm:layoutNode name="anchor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6" styleLbl="parChTrans1D1" moveWith="desTx6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6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95">
                        <dgm:if name="Name196" axis="root ch" ptType="all node" func="cnt" op="gte" val="7">
                          <dgm:layoutNode name="postLine6" styleLbl="parChTrans1D1" moveWith="desTx6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97"/>
                      </dgm:choose>
                    </dgm:layoutNode>
                  </dgm:forEach>
                  <dgm:choose name="Name198">
                    <dgm:if name="Name199" axis="root ch" ptType="all node" func="cnt" op="gte" val="7">
                      <dgm:forEach name="Name200" axis="self" ptType="parTrans">
                        <dgm:layoutNode name="Name201" styleLbl="parChTrans1D1">
                          <dgm:choose name="Name202">
                            <dgm:if name="Name203" func="var" arg="dir" op="equ" val="norm">
                              <dgm:alg type="conn">
                                <dgm:param type="srcNode" val="parTx7"/>
                                <dgm:param type="dstNode" val="anchor6"/>
                                <dgm:param type="dim" val="1D"/>
                                <dgm:param type="endSty" val="noArr"/>
                                <dgm:param type="begPts" val="midL"/>
                              </dgm:alg>
                            </dgm:if>
                            <dgm:else name="Name204">
                              <dgm:alg type="conn">
                                <dgm:param type="srcNode" val="parTx7"/>
                                <dgm:param type="dstNode" val="anchor6"/>
                                <dgm:param type="dim" val="1D"/>
                                <dgm:param type="endSty" val="noArr"/>
                                <dgm:param type="begPts" val="midR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205"/>
                  </dgm:choose>
                </dgm:forEach>
              </dgm:layoutNode>
              <dgm:choose name="Name206">
                <dgm:if name="Name207" axis="root ch" ptType="all node" func="cnt" op="gte" val="7">
                  <dgm:layoutNode name="spPost6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208"/>
              </dgm:choose>
            </dgm:if>
            <dgm:else name="Name209"/>
          </dgm:choose>
        </dgm:if>
        <dgm:if name="Name210" axis="self" ptType="node" func="pos" op="equ" val="7">
          <dgm:layoutNode name="parTx7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211">
            <dgm:if name="Name212" axis="ch" ptType="node" func="cnt" op="gte" val="1">
              <dgm:layoutNode name="spPre7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7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7" refType="w" fact="0.77"/>
                  <dgm:constr type="w" for="ch" forName="top7" refType="w" refFor="ch" refForName="txAndLines7" fact="0.78"/>
                </dgm:constrLst>
                <dgm:forEach name="Name213" axis="ch">
                  <dgm:forEach name="Name214" axis="self" ptType="parTrans">
                    <dgm:layoutNode name="Name215" styleLbl="parChTrans1D1">
                      <dgm:choose name="Name216">
                        <dgm:if name="Name217" func="var" arg="dir" op="equ" val="norm">
                          <dgm:alg type="conn">
                            <dgm:param type="dstNode" val="anchor7"/>
                            <dgm:param type="dim" val="1D"/>
                            <dgm:param type="endSty" val="noArr"/>
                            <dgm:param type="begPts" val="midR"/>
                          </dgm:alg>
                        </dgm:if>
                        <dgm:else name="Name218">
                          <dgm:alg type="conn">
                            <dgm:param type="srcNode" val="parTx7"/>
                            <dgm:param type="dstNode" val="anchor7"/>
                            <dgm:param type="dim" val="1D"/>
                            <dgm:param type="endSty" val="noArr"/>
                            <dgm:param type="begPts" val="midL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219" axis="self" ptType="node">
                    <dgm:choose name="Name220">
                      <dgm:if name="Name221" axis="par ch" ptType="node node" func="cnt" op="equ" val="1">
                        <dgm:layoutNode name="top7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222"/>
                    </dgm:choose>
                    <dgm:layoutNode name="txAndLines7">
                      <dgm:choose name="Name223">
                        <dgm:if name="Name224" func="var" arg="dir" op="equ" val="norm">
                          <dgm:alg type="lin"/>
                        </dgm:if>
                        <dgm:else name="Name22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w" for="ch" forName="anchor7" refType="w" fact="0.89"/>
                        <dgm:constr type="w" for="ch" forName="backup7" refType="w" fact="-0.89"/>
                        <dgm:constr type="w" for="ch" forName="preLine7" refType="w" fact="0.11"/>
                        <dgm:constr type="w" for="ch" forName="desTx7" refType="w" fact="0.78"/>
                      </dgm:constrLst>
                      <dgm:layoutNode name="anchor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7" styleLbl="parChTrans1D1" moveWith="desTx7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7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</dgm:layoutNode>
                  </dgm:forEach>
                </dgm:forEach>
              </dgm:layoutNode>
            </dgm:if>
            <dgm:else name="Name226"/>
          </dgm:choose>
        </dgm:if>
        <dgm:else name="Name22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2#1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srcNode" val="connSite"/>
              <dgm:param type="dstNode" val="parentNode"/>
              <dgm:param type="dim" val="1D"/>
              <dgm:param type="endSty" val="noArr"/>
              <dgm:param type="begPts" val="auto"/>
              <dgm:param type="endPts" val="auto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DD43E7-54D9-497E-BD47-8B21195F746D}" type="datetimeFigureOut">
              <a:rPr lang="en-US" smtClean="0"/>
              <a:t>12/16/2021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49316-EDD6-40C1-8710-E1A82D0FB8E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28DA-9A46-474D-8DE4-91DCB97B4358}" type="datetime1">
              <a:rPr lang="en-US" smtClean="0"/>
              <a:t>12/16/2021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NIIT@QDU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1F7F0C77-B60B-4864-BACD-5B47EE7DFD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83363"/>
          </a:xfrm>
        </p:spPr>
        <p:txBody>
          <a:bodyPr>
            <a:normAutofit/>
          </a:bodyPr>
          <a:lstStyle>
            <a:lvl1pPr>
              <a:defRPr sz="4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704109"/>
            <a:ext cx="10058400" cy="446809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5F65-15D7-4E43-B70C-43D55359FF6B}" type="datetime1">
              <a:rPr lang="en-US" smtClean="0"/>
              <a:t>12/16/2021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NIIT@GUET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1069848" y="1371592"/>
            <a:ext cx="10052304" cy="692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EA6EA7F-F72D-407B-8E28-4FB345FE48E9}" type="datetime1">
              <a:rPr lang="en-US" smtClean="0"/>
              <a:t>12/16/2021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r>
              <a:rPr lang="en-US"/>
              <a:t>NIIT@QDU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1F7F0C77-B60B-4864-BACD-5B47EE7DFD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55284-09ED-4001-9C0A-173C212DA9D2}" type="datetime1">
              <a:rPr lang="en-US" smtClean="0"/>
              <a:t>12/16/2021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NIIT@QDU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7A3E-92F1-4A61-845F-0F86D5E3D4AC}" type="datetime1">
              <a:rPr lang="en-US" smtClean="0"/>
              <a:t>12/16/2021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NIIT@QDU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E36D2-7F77-44AB-8E11-921DA37255A0}" type="datetime1">
              <a:rPr lang="en-US" smtClean="0"/>
              <a:t>12/16/2021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NIIT@QDU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2E309-CD2C-4D58-B030-A3CACB9FE4A4}" type="datetime1">
              <a:rPr lang="en-US" smtClean="0"/>
              <a:t>12/16/2021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NIIT@QDU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B1D83-1BD8-411D-B19A-6866D2A01A1F}" type="datetime1">
              <a:rPr lang="en-US" smtClean="0"/>
              <a:t>12/16/2021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NIIT@QDU</a:t>
            </a: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69613-D0BB-49F3-8576-2EE3D87E1FCA}" type="datetime1">
              <a:rPr lang="en-US" smtClean="0"/>
              <a:t>12/16/2021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E8479-0821-433F-AAA4-A0F5090956F5}" type="datetime1">
              <a:rPr lang="en-US" smtClean="0"/>
              <a:t>12/16/2021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NIIT@QDU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F7970-7447-4441-AD94-EADA3D9625F7}" type="datetime1">
              <a:rPr lang="en-US" smtClean="0"/>
              <a:t>12/16/2021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NIIT@QDU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EA2A87B-DFA7-4E8E-84D8-3465E7C1DDF9}" type="datetime1">
              <a:rPr lang="en-US" smtClean="0"/>
              <a:t>12/16/2021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NIIT@QDU</a:t>
            </a:r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1F7F0C77-B60B-4864-BACD-5B47EE7DFD1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Layout" Target="../diagrams/layout2.xml"/><Relationship Id="rId7" Type="http://schemas.openxmlformats.org/officeDocument/2006/relationships/image" Target="../media/image7.jpeg"/><Relationship Id="rId12" Type="http://schemas.microsoft.com/office/2007/relationships/diagramDrawing" Target="../diagrams/drawing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openxmlformats.org/officeDocument/2006/relationships/diagramColors" Target="../diagrams/colors3.xml"/><Relationship Id="rId5" Type="http://schemas.openxmlformats.org/officeDocument/2006/relationships/diagramColors" Target="../diagrams/colors2.xml"/><Relationship Id="rId10" Type="http://schemas.openxmlformats.org/officeDocument/2006/relationships/diagramQuickStyle" Target="../diagrams/quickStyle3.xml"/><Relationship Id="rId4" Type="http://schemas.openxmlformats.org/officeDocument/2006/relationships/diagramQuickStyle" Target="../diagrams/quickStyle2.xml"/><Relationship Id="rId9" Type="http://schemas.openxmlformats.org/officeDocument/2006/relationships/diagramLayout" Target="../diagrams/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2192492" y="3551583"/>
          <a:ext cx="8541768" cy="563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NIIT@</a:t>
            </a:r>
            <a:r>
              <a:rPr lang="en-US" altLang="zh-CN" dirty="0"/>
              <a:t>GUET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1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05774" y="2524259"/>
            <a:ext cx="102223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/>
              <a:t>项目名称</a:t>
            </a:r>
            <a:r>
              <a:rPr lang="en-US" sz="5400" b="1" dirty="0"/>
              <a:t> </a:t>
            </a:r>
          </a:p>
        </p:txBody>
      </p:sp>
      <p:pic>
        <p:nvPicPr>
          <p:cNvPr id="9" name="Picture 8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645" y="4679749"/>
            <a:ext cx="1362086" cy="1370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Image result for NIIT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960" y="4984215"/>
            <a:ext cx="1999673" cy="761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NIIT@GUET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1177925" y="1354138"/>
          <a:ext cx="9836150" cy="2652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99320" y="4276104"/>
            <a:ext cx="1843653" cy="1843653"/>
          </a:xfrm>
          <a:prstGeom prst="rect">
            <a:avLst/>
          </a:prstGeom>
        </p:spPr>
      </p:pic>
      <p:graphicFrame>
        <p:nvGraphicFramePr>
          <p:cNvPr id="12" name="Diagram 11"/>
          <p:cNvGraphicFramePr/>
          <p:nvPr/>
        </p:nvGraphicFramePr>
        <p:xfrm>
          <a:off x="2682061" y="231820"/>
          <a:ext cx="6474818" cy="853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14153" y="4276104"/>
            <a:ext cx="1843653" cy="184365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93957" y="4276104"/>
            <a:ext cx="1843653" cy="18436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49027" y="4276104"/>
            <a:ext cx="1843653" cy="18436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NIIT@</a:t>
            </a:r>
            <a:r>
              <a:rPr lang="en-US" altLang="zh-CN" dirty="0"/>
              <a:t>GUET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13530" y="837127"/>
            <a:ext cx="300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Members Details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81994" y="1440883"/>
          <a:ext cx="9520352" cy="2325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0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0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0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5190">
                <a:tc>
                  <a:txBody>
                    <a:bodyPr/>
                    <a:lstStyle/>
                    <a:p>
                      <a:r>
                        <a:rPr lang="en-US" baseline="0" dirty="0"/>
                        <a:t>Student 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Name-Chinese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Name-Pinyin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9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tabLst>
                          <a:tab pos="4800600" algn="ctr"/>
                          <a:tab pos="4892040" algn="l"/>
                        </a:tabLst>
                      </a:pP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tabLst>
                          <a:tab pos="4800600" algn="ctr"/>
                          <a:tab pos="4892040" algn="l"/>
                        </a:tabLst>
                      </a:pP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800600" algn="ctr"/>
                          <a:tab pos="4892040" algn="l"/>
                        </a:tabLst>
                        <a:defRPr/>
                      </a:pP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tabLst>
                          <a:tab pos="4800600" algn="ctr"/>
                          <a:tab pos="4892040" algn="l"/>
                        </a:tabLst>
                      </a:pP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1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1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1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NIIT@GUET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73488" y="2923504"/>
            <a:ext cx="27818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项目名称</a:t>
            </a:r>
            <a:endParaRPr lang="en-US" sz="3200" b="1" dirty="0"/>
          </a:p>
        </p:txBody>
      </p:sp>
      <p:sp>
        <p:nvSpPr>
          <p:cNvPr id="19" name="AutoShape 2" descr="Image result for Linux"/>
          <p:cNvSpPr>
            <a:spLocks noChangeAspect="1" noChangeArrowheads="1"/>
          </p:cNvSpPr>
          <p:nvPr/>
        </p:nvSpPr>
        <p:spPr bwMode="auto">
          <a:xfrm>
            <a:off x="63500" y="-136525"/>
            <a:ext cx="1343025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1842656" y="154546"/>
            <a:ext cx="9975856" cy="6118238"/>
            <a:chOff x="1842656" y="154546"/>
            <a:chExt cx="7895234" cy="6118238"/>
          </a:xfrm>
        </p:grpSpPr>
        <p:graphicFrame>
          <p:nvGraphicFramePr>
            <p:cNvPr id="18" name="Diagram 17"/>
            <p:cNvGraphicFramePr/>
            <p:nvPr>
              <p:extLst>
                <p:ext uri="{D42A27DB-BD31-4B8C-83A1-F6EECF244321}">
                  <p14:modId xmlns:p14="http://schemas.microsoft.com/office/powerpoint/2010/main" val="3254124115"/>
                </p:ext>
              </p:extLst>
            </p:nvPr>
          </p:nvGraphicFramePr>
          <p:xfrm>
            <a:off x="1842656" y="154546"/>
            <a:ext cx="7895234" cy="611823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" name="TextBox 1"/>
            <p:cNvSpPr txBox="1"/>
            <p:nvPr/>
          </p:nvSpPr>
          <p:spPr>
            <a:xfrm>
              <a:off x="3864523" y="2651435"/>
              <a:ext cx="857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LOGO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03841"/>
          </a:xfrm>
        </p:spPr>
        <p:txBody>
          <a:bodyPr>
            <a:noAutofit/>
          </a:bodyPr>
          <a:lstStyle/>
          <a:p>
            <a:pPr lvl="0"/>
            <a:r>
              <a:rPr lang="zh-CN" altLang="en-US" sz="4800" cap="none" dirty="0"/>
              <a:t>项目概述</a:t>
            </a:r>
            <a:endParaRPr lang="en-US" sz="4800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620982"/>
            <a:ext cx="10058400" cy="4551218"/>
          </a:xfrm>
        </p:spPr>
        <p:txBody>
          <a:bodyPr/>
          <a:lstStyle/>
          <a:p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项目背景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项目介绍</a:t>
            </a:r>
            <a:endParaRPr 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NIIT@</a:t>
            </a:r>
            <a:r>
              <a:rPr lang="en-US" altLang="zh-CN" dirty="0"/>
              <a:t>GUET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59259"/>
          </a:xfrm>
        </p:spPr>
        <p:txBody>
          <a:bodyPr>
            <a:normAutofit/>
          </a:bodyPr>
          <a:lstStyle/>
          <a:p>
            <a:pPr lvl="0"/>
            <a:r>
              <a:rPr lang="zh-CN" altLang="en-US" sz="4800" cap="none" dirty="0"/>
              <a:t>项目设计</a:t>
            </a:r>
            <a:endParaRPr lang="en-US" sz="4800" cap="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NIIT@GUET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6</a:t>
            </a:fld>
            <a:endParaRPr 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088136" y="4294914"/>
            <a:ext cx="26387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790902" y="4294914"/>
            <a:ext cx="26387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8489511" y="4294914"/>
            <a:ext cx="26387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/>
          <p:cNvSpPr txBox="1"/>
          <p:nvPr/>
        </p:nvSpPr>
        <p:spPr>
          <a:xfrm>
            <a:off x="1069848" y="1620982"/>
            <a:ext cx="10058400" cy="4551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265430" algn="just">
              <a:spcBef>
                <a:spcPts val="600"/>
              </a:spcBef>
              <a:spcAft>
                <a:spcPts val="0"/>
              </a:spcAft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功能划分</a:t>
            </a:r>
            <a:endParaRPr 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59259"/>
          </a:xfrm>
        </p:spPr>
        <p:txBody>
          <a:bodyPr>
            <a:normAutofit/>
          </a:bodyPr>
          <a:lstStyle/>
          <a:p>
            <a:pPr lvl="0"/>
            <a:r>
              <a:rPr lang="zh-CN" altLang="en-US" sz="4800" cap="none" dirty="0"/>
              <a:t>项目设计</a:t>
            </a:r>
            <a:endParaRPr lang="en-US" sz="4800" cap="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NIIT@GUET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7</a:t>
            </a:fld>
            <a:endParaRPr 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088136" y="4294914"/>
            <a:ext cx="26387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790902" y="4294914"/>
            <a:ext cx="26387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8489511" y="4294914"/>
            <a:ext cx="26387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/>
          <p:cNvSpPr txBox="1"/>
          <p:nvPr/>
        </p:nvSpPr>
        <p:spPr>
          <a:xfrm>
            <a:off x="1069848" y="1620982"/>
            <a:ext cx="10058400" cy="4551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265430" algn="just">
              <a:spcBef>
                <a:spcPts val="600"/>
              </a:spcBef>
              <a:spcAft>
                <a:spcPts val="0"/>
              </a:spcAft>
            </a:pPr>
            <a:r>
              <a:rPr lang="zh-CN" altLang="en-US" sz="1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流程图</a:t>
            </a:r>
            <a:r>
              <a:rPr lang="en-US" altLang="zh-CN" sz="1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-xx</a:t>
            </a:r>
            <a:r>
              <a:rPr lang="zh-CN" altLang="en-US" sz="1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模块</a:t>
            </a:r>
            <a:endParaRPr 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59259"/>
          </a:xfrm>
        </p:spPr>
        <p:txBody>
          <a:bodyPr>
            <a:normAutofit/>
          </a:bodyPr>
          <a:lstStyle/>
          <a:p>
            <a:pPr lvl="0"/>
            <a:r>
              <a:rPr lang="zh-CN" altLang="en-US" sz="4800" cap="none" dirty="0"/>
              <a:t>项目设计</a:t>
            </a:r>
            <a:endParaRPr lang="en-US" sz="4800" cap="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NIIT@GUET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8</a:t>
            </a:fld>
            <a:endParaRPr 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088136" y="4294914"/>
            <a:ext cx="26387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790902" y="4294914"/>
            <a:ext cx="26387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8489511" y="4294914"/>
            <a:ext cx="26387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/>
          <p:cNvSpPr txBox="1"/>
          <p:nvPr/>
        </p:nvSpPr>
        <p:spPr>
          <a:xfrm>
            <a:off x="1069848" y="1620982"/>
            <a:ext cx="10058400" cy="4551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265430" algn="just">
              <a:spcBef>
                <a:spcPts val="600"/>
              </a:spcBef>
              <a:spcAft>
                <a:spcPts val="0"/>
              </a:spcAft>
            </a:pPr>
            <a:r>
              <a:rPr lang="en-US" altLang="zh-CN" sz="1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UI</a:t>
            </a:r>
            <a:r>
              <a:rPr lang="zh-CN" altLang="en-US" sz="1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</a:t>
            </a:r>
            <a:endParaRPr 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59259"/>
          </a:xfrm>
        </p:spPr>
        <p:txBody>
          <a:bodyPr>
            <a:normAutofit/>
          </a:bodyPr>
          <a:lstStyle/>
          <a:p>
            <a:pPr lvl="0"/>
            <a:r>
              <a:rPr lang="zh-CN" altLang="en-US" sz="4800" cap="none" dirty="0"/>
              <a:t>实现技术</a:t>
            </a:r>
            <a:endParaRPr lang="en-US" sz="4800" cap="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NIIT@GUET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9</a:t>
            </a:fld>
            <a:endParaRPr 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088136" y="4294914"/>
            <a:ext cx="26387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790902" y="4294914"/>
            <a:ext cx="26387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8489511" y="4294914"/>
            <a:ext cx="26387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/>
          <p:cNvSpPr txBox="1"/>
          <p:nvPr/>
        </p:nvSpPr>
        <p:spPr>
          <a:xfrm>
            <a:off x="1069848" y="1620982"/>
            <a:ext cx="10058400" cy="4551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265430" algn="just">
              <a:spcBef>
                <a:spcPts val="600"/>
              </a:spcBef>
              <a:spcAft>
                <a:spcPts val="0"/>
              </a:spcAft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实现技术</a:t>
            </a:r>
            <a:endParaRPr 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59259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总结</a:t>
            </a:r>
            <a:endParaRPr lang="en-US" sz="4800" cap="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NIIT@GUET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10</a:t>
            </a:fld>
            <a:endParaRPr 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088136" y="4294914"/>
            <a:ext cx="26387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790902" y="4294914"/>
            <a:ext cx="26387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8489511" y="4294914"/>
            <a:ext cx="26387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/>
          <p:cNvSpPr txBox="1"/>
          <p:nvPr/>
        </p:nvSpPr>
        <p:spPr>
          <a:xfrm>
            <a:off x="1069848" y="1620982"/>
            <a:ext cx="10058400" cy="4551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265430" algn="just">
              <a:spcBef>
                <a:spcPts val="600"/>
              </a:spcBef>
              <a:spcAft>
                <a:spcPts val="0"/>
              </a:spcAft>
            </a:pPr>
            <a:r>
              <a:rPr lang="zh-CN" altLang="en-US" sz="1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总结</a:t>
            </a:r>
            <a:endParaRPr 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5155" y="2377826"/>
            <a:ext cx="10058400" cy="1609344"/>
          </a:xfrm>
        </p:spPr>
        <p:txBody>
          <a:bodyPr/>
          <a:lstStyle/>
          <a:p>
            <a:r>
              <a:rPr lang="en-US" dirty="0"/>
              <a:t>Questions &amp; answers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NIIT@GUET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NIIT@GUET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0C77-B60B-4864-BACD-5B47EE7DFD12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595" y="1376004"/>
            <a:ext cx="6196810" cy="410599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86fa7ee-51d4-4b30-83cd-5022b4493ec9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0</TotalTime>
  <Words>161</Words>
  <Application>Microsoft Office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Rockwell</vt:lpstr>
      <vt:lpstr>Rockwell Condensed</vt:lpstr>
      <vt:lpstr>Times New Roman</vt:lpstr>
      <vt:lpstr>Wingdings</vt:lpstr>
      <vt:lpstr>Wood Type</vt:lpstr>
      <vt:lpstr>PowerPoint Presentation</vt:lpstr>
      <vt:lpstr>PowerPoint Presentation</vt:lpstr>
      <vt:lpstr>PowerPoint Presentation</vt:lpstr>
      <vt:lpstr>PowerPoint Presentation</vt:lpstr>
      <vt:lpstr>项目概述</vt:lpstr>
      <vt:lpstr>项目设计</vt:lpstr>
      <vt:lpstr>项目设计</vt:lpstr>
      <vt:lpstr>项目设计</vt:lpstr>
      <vt:lpstr>实现技术</vt:lpstr>
      <vt:lpstr>总结</vt:lpstr>
      <vt:lpstr>Questions &amp; answers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Shahnawaz</dc:creator>
  <cp:lastModifiedBy>ASUS</cp:lastModifiedBy>
  <cp:revision>47</cp:revision>
  <dcterms:created xsi:type="dcterms:W3CDTF">2016-11-16T02:03:00Z</dcterms:created>
  <dcterms:modified xsi:type="dcterms:W3CDTF">2021-12-16T00:38:07Z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C4B988330DBB4A4591EC78A94A26B4F0</vt:lpwstr>
  </property>
</Properties>
</file>